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cb7b788df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cb7b788df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7cb7b788df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7cb7b788df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7cb7b788df_0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7cb7b788df_0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7cb7b788df_0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7cb7b788df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7cb7b788df_0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7cb7b788df_0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CSCI 473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MPI00	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Lakota Dolce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steps</a:t>
            </a:r>
            <a:endParaRPr/>
          </a:p>
        </p:txBody>
      </p:sp>
      <p:sp>
        <p:nvSpPr>
          <p:cNvPr id="940" name="Google Shape;940;p64"/>
          <p:cNvSpPr txBox="1"/>
          <p:nvPr>
            <p:ph idx="8" type="subTitle"/>
          </p:nvPr>
        </p:nvSpPr>
        <p:spPr>
          <a:xfrm>
            <a:off x="4446175" y="287878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Reassign variables a, b, n - have to assign the variables since not using the getInput function</a:t>
            </a:r>
            <a:endParaRPr/>
          </a:p>
        </p:txBody>
      </p:sp>
      <p:sp>
        <p:nvSpPr>
          <p:cNvPr id="941" name="Google Shape;941;p64"/>
          <p:cNvSpPr txBox="1"/>
          <p:nvPr>
            <p:ph idx="9" type="subTitle"/>
          </p:nvPr>
        </p:nvSpPr>
        <p:spPr>
          <a:xfrm>
            <a:off x="4446175" y="26019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42" name="Google Shape;942;p64"/>
          <p:cNvSpPr txBox="1"/>
          <p:nvPr>
            <p:ph idx="13" type="subTitle"/>
          </p:nvPr>
        </p:nvSpPr>
        <p:spPr>
          <a:xfrm>
            <a:off x="4446175" y="24047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the main function to have argc and argv - accept arguments from the cli</a:t>
            </a:r>
            <a:endParaRPr/>
          </a:p>
        </p:txBody>
      </p:sp>
      <p:sp>
        <p:nvSpPr>
          <p:cNvPr id="943" name="Google Shape;943;p64"/>
          <p:cNvSpPr txBox="1"/>
          <p:nvPr>
            <p:ph idx="14" type="subTitle"/>
          </p:nvPr>
        </p:nvSpPr>
        <p:spPr>
          <a:xfrm>
            <a:off x="4446175" y="211723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44" name="Google Shape;944;p64"/>
          <p:cNvSpPr txBox="1"/>
          <p:nvPr>
            <p:ph idx="15" type="subTitle"/>
          </p:nvPr>
        </p:nvSpPr>
        <p:spPr>
          <a:xfrm>
            <a:off x="4446175" y="19014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function call for getInput - Can’t use scanf or B-Cast</a:t>
            </a:r>
            <a:endParaRPr/>
          </a:p>
        </p:txBody>
      </p:sp>
      <p:sp>
        <p:nvSpPr>
          <p:cNvPr id="945" name="Google Shape;945;p64"/>
          <p:cNvSpPr txBox="1"/>
          <p:nvPr>
            <p:ph idx="16" type="subTitle"/>
          </p:nvPr>
        </p:nvSpPr>
        <p:spPr>
          <a:xfrm>
            <a:off x="4446175" y="16032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pic>
        <p:nvPicPr>
          <p:cNvPr id="946" name="Google Shape;946;p64" title="firststep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25" y="1175288"/>
            <a:ext cx="2908168" cy="368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5"/>
          <p:cNvSpPr txBox="1"/>
          <p:nvPr>
            <p:ph type="title"/>
          </p:nvPr>
        </p:nvSpPr>
        <p:spPr>
          <a:xfrm>
            <a:off x="107700" y="228600"/>
            <a:ext cx="65070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 Expanse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52" name="Google Shape;952;p65" title="sdscdebugand ru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43" y="1196000"/>
            <a:ext cx="5651408" cy="3716319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65"/>
          <p:cNvSpPr/>
          <p:nvPr/>
        </p:nvSpPr>
        <p:spPr>
          <a:xfrm>
            <a:off x="6030050" y="1196000"/>
            <a:ext cx="584700" cy="10020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4" name="Google Shape;954;p65"/>
          <p:cNvSpPr txBox="1"/>
          <p:nvPr/>
        </p:nvSpPr>
        <p:spPr>
          <a:xfrm>
            <a:off x="6777400" y="1406775"/>
            <a:ext cx="18684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Login and Job request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6"/>
          <p:cNvSpPr txBox="1"/>
          <p:nvPr>
            <p:ph idx="4294967295" type="title"/>
          </p:nvPr>
        </p:nvSpPr>
        <p:spPr>
          <a:xfrm>
            <a:off x="260100" y="259650"/>
            <a:ext cx="65070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 Expanse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0" name="Google Shape;960;p66" title="sdscdebugand ru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43" y="1196000"/>
            <a:ext cx="5651408" cy="371631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66"/>
          <p:cNvSpPr/>
          <p:nvPr/>
        </p:nvSpPr>
        <p:spPr>
          <a:xfrm>
            <a:off x="3889475" y="2343150"/>
            <a:ext cx="584700" cy="2286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2" name="Google Shape;962;p66"/>
          <p:cNvSpPr txBox="1"/>
          <p:nvPr/>
        </p:nvSpPr>
        <p:spPr>
          <a:xfrm>
            <a:off x="4474175" y="2201425"/>
            <a:ext cx="1606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Compiling and running: </a:t>
            </a:r>
            <a:endParaRPr sz="12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7"/>
          <p:cNvSpPr txBox="1"/>
          <p:nvPr>
            <p:ph idx="4294967295" type="title"/>
          </p:nvPr>
        </p:nvSpPr>
        <p:spPr>
          <a:xfrm>
            <a:off x="122350" y="283100"/>
            <a:ext cx="65070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 Expanse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68" name="Google Shape;968;p67" title="sdscdebugand ru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93" y="1226275"/>
            <a:ext cx="5651408" cy="371631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7"/>
          <p:cNvSpPr/>
          <p:nvPr/>
        </p:nvSpPr>
        <p:spPr>
          <a:xfrm>
            <a:off x="4013600" y="2419575"/>
            <a:ext cx="584700" cy="2020500"/>
          </a:xfrm>
          <a:prstGeom prst="right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0" name="Google Shape;970;p67"/>
          <p:cNvSpPr txBox="1"/>
          <p:nvPr/>
        </p:nvSpPr>
        <p:spPr>
          <a:xfrm>
            <a:off x="4598300" y="2786250"/>
            <a:ext cx="12837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Running and Returns 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