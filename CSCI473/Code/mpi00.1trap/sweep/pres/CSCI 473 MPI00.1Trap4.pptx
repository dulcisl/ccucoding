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8" r:id="rId4"/>
    <p:sldMasterId id="214748370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IBM Plex Sans"/>
      <p:regular r:id="rId12"/>
      <p:bold r:id="rId13"/>
      <p:italic r:id="rId14"/>
      <p:boldItalic r:id="rId15"/>
    </p:embeddedFont>
    <p:embeddedFont>
      <p:font typeface="Sora SemiBold"/>
      <p:regular r:id="rId16"/>
      <p:bold r:id="rId17"/>
    </p:embeddedFont>
    <p:embeddedFont>
      <p:font typeface="IBM Plex Sans Medium"/>
      <p:regular r:id="rId18"/>
      <p:bold r:id="rId19"/>
      <p:italic r:id="rId20"/>
      <p:boldItalic r:id="rId21"/>
    </p:embeddedFont>
    <p:embeddedFont>
      <p:font typeface="Sora Light"/>
      <p:regular r:id="rId22"/>
      <p:bold r:id="rId23"/>
    </p:embeddedFont>
    <p:embeddedFont>
      <p:font typeface="Sora ExtraLight"/>
      <p:regular r:id="rId24"/>
      <p:bold r:id="rId25"/>
    </p:embeddedFont>
    <p:embeddedFont>
      <p:font typeface="Sora"/>
      <p:regular r:id="rId26"/>
      <p:bold r:id="rId27"/>
    </p:embeddedFont>
    <p:embeddedFont>
      <p:font typeface="Sora Medium"/>
      <p:regular r:id="rId28"/>
      <p:bold r:id="rId29"/>
    </p:embeddedFont>
    <p:embeddedFont>
      <p:font typeface="IBM Plex Sans SemiBold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BMPlexSansSemiBold-bold.fntdata"/><Relationship Id="rId30" Type="http://schemas.openxmlformats.org/officeDocument/2006/relationships/font" Target="fonts/IBMPlexSansSemiBold-regular.fntdata"/><Relationship Id="rId33" Type="http://schemas.openxmlformats.org/officeDocument/2006/relationships/font" Target="fonts/IBMPlexSansSemiBold-boldItalic.fntdata"/><Relationship Id="rId32" Type="http://schemas.openxmlformats.org/officeDocument/2006/relationships/font" Target="fonts/IBMPlexSansSemiBold-italic.fntdata"/><Relationship Id="rId20" Type="http://schemas.openxmlformats.org/officeDocument/2006/relationships/font" Target="fonts/IBMPlexSansMedium-italic.fntdata"/><Relationship Id="rId22" Type="http://schemas.openxmlformats.org/officeDocument/2006/relationships/font" Target="fonts/SoraLight-regular.fntdata"/><Relationship Id="rId21" Type="http://schemas.openxmlformats.org/officeDocument/2006/relationships/font" Target="fonts/IBMPlexSansMedium-boldItalic.fntdata"/><Relationship Id="rId24" Type="http://schemas.openxmlformats.org/officeDocument/2006/relationships/font" Target="fonts/SoraExtraLight-regular.fntdata"/><Relationship Id="rId23" Type="http://schemas.openxmlformats.org/officeDocument/2006/relationships/font" Target="fonts/SoraLight-bold.fntdata"/><Relationship Id="rId26" Type="http://schemas.openxmlformats.org/officeDocument/2006/relationships/font" Target="fonts/Sora-regular.fntdata"/><Relationship Id="rId25" Type="http://schemas.openxmlformats.org/officeDocument/2006/relationships/font" Target="fonts/SoraExtraLight-bold.fntdata"/><Relationship Id="rId28" Type="http://schemas.openxmlformats.org/officeDocument/2006/relationships/font" Target="fonts/SoraMedium-regular.fntdata"/><Relationship Id="rId27" Type="http://schemas.openxmlformats.org/officeDocument/2006/relationships/font" Target="fonts/Sora-bold.fntdata"/><Relationship Id="rId29" Type="http://schemas.openxmlformats.org/officeDocument/2006/relationships/font" Target="fonts/SoraMedium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IBMPlexSans-bold.fntdata"/><Relationship Id="rId12" Type="http://schemas.openxmlformats.org/officeDocument/2006/relationships/font" Target="fonts/IBMPlexSans-regular.fntdata"/><Relationship Id="rId15" Type="http://schemas.openxmlformats.org/officeDocument/2006/relationships/font" Target="fonts/IBMPlexSans-boldItalic.fntdata"/><Relationship Id="rId14" Type="http://schemas.openxmlformats.org/officeDocument/2006/relationships/font" Target="fonts/IBMPlexSans-italic.fntdata"/><Relationship Id="rId17" Type="http://schemas.openxmlformats.org/officeDocument/2006/relationships/font" Target="fonts/SoraSemiBold-bold.fntdata"/><Relationship Id="rId16" Type="http://schemas.openxmlformats.org/officeDocument/2006/relationships/font" Target="fonts/SoraSemiBold-regular.fntdata"/><Relationship Id="rId19" Type="http://schemas.openxmlformats.org/officeDocument/2006/relationships/font" Target="fonts/IBMPlexSansMedium-bold.fntdata"/><Relationship Id="rId18" Type="http://schemas.openxmlformats.org/officeDocument/2006/relationships/font" Target="fonts/IBMPlexSansMedium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g37cb7b788df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1" name="Google Shape;931;g37cb7b788df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g37cb7b788df_0_1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7" name="Google Shape;937;g37cb7b788df_0_1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g37cb7b788df_0_1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37cb7b788df_0_1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37cb7b788df_0_1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37cb7b788df_0_1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g37cb7b788df_0_1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7" name="Google Shape;957;g37cb7b788df_0_1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6" name="Google Shape;56;p14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7" name="Google Shape;57;p14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59" name="Google Shape;59;p14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60" name="Google Shape;60;p14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61" name="Google Shape;61;p14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62" name="Google Shape;62;p14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63" name="Google Shape;63;p14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64" name="Google Shape;64;p1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65" name="Google Shape;65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6" name="Google Shape;66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" name="Google Shape;6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68" name="Google Shape;68;p14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69" name="Google Shape;6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0" name="Google Shape;70;p1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1" name="Google Shape;71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2" name="Google Shape;72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3" name="Google Shape;73;p14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74" name="Google Shape;74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5" name="Google Shape;75;p1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6" name="Google Shape;76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77" name="Google Shape;77;p1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78" name="Google Shape;78;p14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79" name="Google Shape;79;p1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" name="Google Shape;80;p1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1" name="Google Shape;81;p14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" name="Google Shape;82;p14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5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85" name="Google Shape;85;p1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86" name="Google Shape;86;p1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7" name="Google Shape;87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8" name="Google Shape;88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9" name="Google Shape;89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0" name="Google Shape;90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1" name="Google Shape;91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2" name="Google Shape;92;p1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3" name="Google Shape;93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4" name="Google Shape;94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" name="Google Shape;95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" name="Google Shape;96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" name="Google Shape;97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" name="Google Shape;98;p1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" name="Google Shape;99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" name="Google Shape;100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1" name="Google Shape;101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2" name="Google Shape;102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3" name="Google Shape;103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4" name="Google Shape;104;p1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5" name="Google Shape;105;p1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10" name="Google Shape;110;p1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1" name="Google Shape;111;p15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3" name="Google Shape;113;p15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4" name="Google Shape;114;p15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" name="Google Shape;115;p15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16" name="Google Shape;116;p15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18" name="Google Shape;118;p1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0" name="Google Shape;120;p16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21" name="Google Shape;121;p1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22" name="Google Shape;122;p1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3" name="Google Shape;123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4" name="Google Shape;124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5" name="Google Shape;125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6" name="Google Shape;126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7" name="Google Shape;127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8" name="Google Shape;128;p16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9" name="Google Shape;129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0" name="Google Shape;130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1" name="Google Shape;131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2" name="Google Shape;132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3" name="Google Shape;133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4" name="Google Shape;134;p1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" name="Google Shape;135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" name="Google Shape;136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" name="Google Shape;137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" name="Google Shape;138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" name="Google Shape;139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0" name="Google Shape;140;p16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" name="Google Shape;141;p1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" name="Google Shape;142;p1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" name="Google Shape;143;p1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4" name="Google Shape;144;p1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" name="Google Shape;145;p1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6" name="Google Shape;146;p16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7" name="Google Shape;147;p16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8" name="Google Shape;148;p16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16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1" name="Google Shape;151;p16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52" name="Google Shape;152;p16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53" name="Google Shape;153;p1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155;p17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56" name="Google Shape;156;p1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57" name="Google Shape;157;p1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58" name="Google Shape;158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59" name="Google Shape;159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0" name="Google Shape;160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1" name="Google Shape;161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2" name="Google Shape;162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3" name="Google Shape;163;p1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64" name="Google Shape;164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5" name="Google Shape;165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6" name="Google Shape;166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7" name="Google Shape;167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68" name="Google Shape;168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69" name="Google Shape;169;p1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0" name="Google Shape;170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1" name="Google Shape;171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2" name="Google Shape;172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3" name="Google Shape;173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4" name="Google Shape;174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75" name="Google Shape;175;p1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76" name="Google Shape;176;p1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7" name="Google Shape;177;p1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8" name="Google Shape;178;p1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79" name="Google Shape;179;p1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0" name="Google Shape;180;p1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1" name="Google Shape;181;p1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2" name="Google Shape;182;p17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83" name="Google Shape;183;p17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84" name="Google Shape;184;p17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5" name="Google Shape;185;p17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6" name="Google Shape;186;p17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7" name="Google Shape;187;p17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8" name="Google Shape;188;p17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89" name="Google Shape;18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0" name="Google Shape;19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1" name="Google Shape;19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2" name="Google Shape;19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3" name="Google Shape;193;p17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94" name="Google Shape;194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5" name="Google Shape;195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6" name="Google Shape;196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97" name="Google Shape;197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98" name="Google Shape;198;p17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99" name="Google Shape;199;p17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0" name="Google Shape;200;p17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" name="Google Shape;201;p17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" name="Google Shape;202;p17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203" name="Google Shape;203;p17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204" name="Google Shape;204;p17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205" name="Google Shape;205;p17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206" name="Google Shape;206;p17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207" name="Google Shape;207;p1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8" name="Google Shape;208;p17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209" name="Google Shape;209;p17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0" name="Google Shape;210;p17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3" name="Google Shape;213;p18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4" name="Google Shape;214;p18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5" name="Google Shape;215;p18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16" name="Google Shape;216;p18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217" name="Google Shape;217;p18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218" name="Google Shape;218;p18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19" name="Google Shape;219;p18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18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1" name="Google Shape;221;p18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2" name="Google Shape;222;p18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23" name="Google Shape;223;p18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224" name="Google Shape;224;p18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225" name="Google Shape;225;p18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226" name="Google Shape;226;p18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7" name="Google Shape;227;p18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9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1" name="Google Shape;231;p19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3" name="Google Shape;233;p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4" name="Google Shape;234;p19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235" name="Google Shape;235;p19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36" name="Google Shape;236;p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239" name="Google Shape;239;p20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240" name="Google Shape;240;p20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241" name="Google Shape;241;p20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242" name="Google Shape;242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3" name="Google Shape;243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4" name="Google Shape;244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5" name="Google Shape;245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6" name="Google Shape;246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47" name="Google Shape;247;p20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248" name="Google Shape;248;p20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49" name="Google Shape;249;p2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0" name="Google Shape;250;p2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1" name="Google Shape;251;p2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52" name="Google Shape;252;p2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253" name="Google Shape;253;p20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54" name="Google Shape;254;p20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5" name="Google Shape;255;p20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6" name="Google Shape;256;p20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57" name="Google Shape;257;p20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2" name="Google Shape;262;p21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63" name="Google Shape;263;p21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264" name="Google Shape;264;p21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5" name="Google Shape;265;p21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7" name="Google Shape;267;p22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268" name="Google Shape;268;p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269" name="Google Shape;269;p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0" name="Google Shape;270;p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1" name="Google Shape;271;p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2" name="Google Shape;272;p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3" name="Google Shape;273;p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4" name="Google Shape;274;p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275" name="Google Shape;275;p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6" name="Google Shape;276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7" name="Google Shape;277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78" name="Google Shape;278;p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79" name="Google Shape;279;p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280" name="Google Shape;280;p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1" name="Google Shape;281;p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2" name="Google Shape;282;p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83" name="Google Shape;283;p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84" name="Google Shape;284;p2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86" name="Google Shape;286;p2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89" name="Google Shape;289;p23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290" name="Google Shape;290;p23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291" name="Google Shape;291;p23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94" name="Google Shape;294;p23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3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23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7" name="Google Shape;297;p23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8" name="Google Shape;298;p23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9" name="Google Shape;299;p23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300" name="Google Shape;300;p23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301" name="Google Shape;301;p23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302" name="Google Shape;302;p23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303" name="Google Shape;303;p23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4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06" name="Google Shape;306;p24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307" name="Google Shape;307;p24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0" name="Google Shape;310;p24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1" name="Google Shape;311;p24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17" name="Google Shape;317;p24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5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23" name="Google Shape;323;p25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324" name="Google Shape;324;p25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325" name="Google Shape;325;p25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326" name="Google Shape;326;p25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7" name="Google Shape;327;p25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8" name="Google Shape;328;p25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29" name="Google Shape;329;p25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0" name="Google Shape;330;p25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331" name="Google Shape;331;p25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32" name="Google Shape;332;p25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6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35" name="Google Shape;335;p26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336" name="Google Shape;336;p26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337" name="Google Shape;337;p26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338" name="Google Shape;33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39" name="Google Shape;33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0" name="Google Shape;34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1" name="Google Shape;341;p26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2" name="Google Shape;342;p26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343" name="Google Shape;343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4" name="Google Shape;344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5" name="Google Shape;345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6" name="Google Shape;346;p26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347" name="Google Shape;347;p26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348" name="Google Shape;348;p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49" name="Google Shape;349;p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0" name="Google Shape;350;p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351" name="Google Shape;351;p26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352" name="Google Shape;352;p26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353" name="Google Shape;353;p26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354" name="Google Shape;354;p26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5" name="Google Shape;355;p26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57" name="Google Shape;357;p26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7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0" name="Google Shape;360;p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61" name="Google Shape;361;p27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62" name="Google Shape;362;p2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8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65" name="Google Shape;365;p28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6" name="Google Shape;366;p28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7" name="Google Shape;367;p28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8" name="Google Shape;368;p28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69" name="Google Shape;369;p28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0" name="Google Shape;370;p28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71" name="Google Shape;371;p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72" name="Google Shape;372;p28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3" name="Google Shape;373;p28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74" name="Google Shape;374;p28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5" name="Google Shape;375;p28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6" name="Google Shape;376;p28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7" name="Google Shape;377;p28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8" name="Google Shape;378;p28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79" name="Google Shape;379;p28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380" name="Google Shape;380;p28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1" name="Google Shape;381;p28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2" name="Google Shape;382;p28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383" name="Google Shape;383;p28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384" name="Google Shape;384;p28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87" name="Google Shape;387;p29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89" name="Google Shape;389;p29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91" name="Google Shape;391;p29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3" name="Google Shape;393;p29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394" name="Google Shape;394;p29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5" name="Google Shape;395;p29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396" name="Google Shape;396;p29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397" name="Google Shape;397;p29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8" name="Google Shape;398;p29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99" name="Google Shape;399;p29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0" name="Google Shape;400;p29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1" name="Google Shape;401;p29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2" name="Google Shape;402;p29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3" name="Google Shape;403;p29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4" name="Google Shape;404;p29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5" name="Google Shape;405;p29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6" name="Google Shape;406;p29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0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09" name="Google Shape;409;p30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10" name="Google Shape;410;p30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11" name="Google Shape;411;p30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412" name="Google Shape;412;p30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13" name="Google Shape;413;p30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4" name="Google Shape;414;p30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5" name="Google Shape;415;p30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6" name="Google Shape;416;p30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17" name="Google Shape;417;p30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18" name="Google Shape;418;p30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19" name="Google Shape;419;p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0" name="Google Shape;420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1" name="Google Shape;421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2" name="Google Shape;422;p30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23" name="Google Shape;423;p30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24" name="Google Shape;424;p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5" name="Google Shape;425;p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6" name="Google Shape;426;p3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27" name="Google Shape;427;p3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28" name="Google Shape;428;p30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29" name="Google Shape;429;p30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0" name="Google Shape;430;p30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1" name="Google Shape;431;p30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2" name="Google Shape;432;p30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433" name="Google Shape;433;p30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39" name="Google Shape;439;p30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40" name="Google Shape;440;p30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1" name="Google Shape;441;p30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49" name="Google Shape;449;p31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0" name="Google Shape;450;p31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1" name="Google Shape;451;p31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2" name="Google Shape;452;p31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3" name="Google Shape;453;p31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4" name="Google Shape;454;p31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5" name="Google Shape;455;p31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6" name="Google Shape;456;p31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7" name="Google Shape;457;p31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8" name="Google Shape;458;p31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59" name="Google Shape;459;p31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460" name="Google Shape;460;p31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2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63" name="Google Shape;463;p32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464" name="Google Shape;464;p32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65" name="Google Shape;465;p3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32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7" name="Google Shape;467;p32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8" name="Google Shape;468;p32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69" name="Google Shape;469;p32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3" name="Google Shape;473;p32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4" name="Google Shape;474;p32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475" name="Google Shape;475;p32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6" name="Google Shape;476;p32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8" name="Google Shape;478;p33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479" name="Google Shape;479;p33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480" name="Google Shape;480;p33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1" name="Google Shape;481;p33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2" name="Google Shape;482;p33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3" name="Google Shape;483;p33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4" name="Google Shape;484;p33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85" name="Google Shape;485;p33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486" name="Google Shape;486;p33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7" name="Google Shape;487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8" name="Google Shape;488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89" name="Google Shape;489;p33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490" name="Google Shape;490;p33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491" name="Google Shape;491;p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2" name="Google Shape;492;p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3" name="Google Shape;493;p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494" name="Google Shape;494;p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495" name="Google Shape;495;p33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96" name="Google Shape;496;p33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7" name="Google Shape;497;p33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98" name="Google Shape;498;p33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499" name="Google Shape;499;p33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00" name="Google Shape;500;p33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501" name="Google Shape;501;p33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3" name="Google Shape;503;p34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504" name="Google Shape;504;p3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505" name="Google Shape;505;p3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6" name="Google Shape;506;p3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7" name="Google Shape;507;p3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8" name="Google Shape;508;p3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09" name="Google Shape;509;p3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0" name="Google Shape;510;p3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511" name="Google Shape;511;p3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2" name="Google Shape;512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3" name="Google Shape;513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4" name="Google Shape;514;p3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515" name="Google Shape;515;p3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516" name="Google Shape;516;p3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7" name="Google Shape;517;p3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8" name="Google Shape;518;p3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19" name="Google Shape;519;p3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520" name="Google Shape;520;p34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1" name="Google Shape;521;p34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2" name="Google Shape;522;p34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523" name="Google Shape;523;p34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524" name="Google Shape;524;p34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5" name="Google Shape;525;p34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26" name="Google Shape;526;p34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7" name="Google Shape;527;p34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28" name="Google Shape;528;p34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29" name="Google Shape;529;p34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0" name="Google Shape;530;p34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8" name="Google Shape;538;p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0" name="Google Shape;540;p35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541" name="Google Shape;541;p35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542" name="Google Shape;542;p35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543" name="Google Shape;543;p35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35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35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35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35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35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555" name="Google Shape;555;p35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60" name="Google Shape;560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1" name="Google Shape;56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2" name="Google Shape;56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3" name="Google Shape;563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64" name="Google Shape;564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5" name="Google Shape;565;p35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66" name="Google Shape;566;p35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567" name="Google Shape;567;p35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68" name="Google Shape;568;p35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69" name="Google Shape;569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0" name="Google Shape;570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1" name="Google Shape;571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2" name="Google Shape;572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4" name="Google Shape;574;p35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5" name="Google Shape;575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7" name="Google Shape;577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8" name="Google Shape;578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0" name="Google Shape;580;p35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1" name="Google Shape;581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3" name="Google Shape;583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4" name="Google Shape;584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6" name="Google Shape;586;p35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7" name="Google Shape;587;p35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35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9" name="Google Shape;589;p35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0" name="Google Shape;590;p35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35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2" name="Google Shape;592;p35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93" name="Google Shape;593;p35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4" name="Google Shape;594;p35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95" name="Google Shape;595;p35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6" name="Google Shape;596;p35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597" name="Google Shape;597;p3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98" name="Google Shape;598;p35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99" name="Google Shape;599;p35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0" name="Google Shape;600;p35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1" name="Google Shape;601;p35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2" name="Google Shape;602;p35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3" name="Google Shape;603;p35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4" name="Google Shape;604;p35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5" name="Google Shape;605;p35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6" name="Google Shape;606;p35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7" name="Google Shape;607;p35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08" name="Google Shape;608;p35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09" name="Google Shape;609;p35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6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12" name="Google Shape;612;p36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613" name="Google Shape;613;p36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4" name="Google Shape;614;p36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5" name="Google Shape;615;p36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6" name="Google Shape;616;p36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7" name="Google Shape;617;p36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18" name="Google Shape;618;p36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19" name="Google Shape;619;p3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0" name="Google Shape;620;p36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1" name="Google Shape;621;p36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22" name="Google Shape;622;p36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3" name="Google Shape;623;p36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4" name="Google Shape;624;p36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5" name="Google Shape;625;p36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6" name="Google Shape;626;p36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7" name="Google Shape;627;p36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628" name="Google Shape;628;p36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7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1" name="Google Shape;631;p37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2" name="Google Shape;632;p37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37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4" name="Google Shape;634;p37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635" name="Google Shape;635;p3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37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37" name="Google Shape;637;p37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9" name="Google Shape;639;p38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640" name="Google Shape;640;p38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641" name="Google Shape;641;p38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2" name="Google Shape;642;p38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3" name="Google Shape;643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4" name="Google Shape;644;p38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645" name="Google Shape;645;p3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6" name="Google Shape;646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47" name="Google Shape;647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48" name="Google Shape;648;p38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649" name="Google Shape;649;p38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0" name="Google Shape;650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1" name="Google Shape;651;p3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652" name="Google Shape;652;p38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653" name="Google Shape;653;p38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654" name="Google Shape;654;p3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655" name="Google Shape;655;p38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656" name="Google Shape;656;p3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7" name="Google Shape;657;p38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658" name="Google Shape;658;p38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59" name="Google Shape;659;p38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660" name="Google Shape;660;p38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661" name="Google Shape;661;p38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2" name="Google Shape;662;p38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3" name="Google Shape;663;p38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4" name="Google Shape;664;p38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5" name="Google Shape;665;p38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6" name="Google Shape;666;p38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667" name="Google Shape;667;p38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9" name="Google Shape;669;p39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670" name="Google Shape;670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71" name="Google Shape;671;p39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672" name="Google Shape;672;p3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673" name="Google Shape;673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74" name="Google Shape;674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75" name="Google Shape;675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6" name="Google Shape;676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77" name="Google Shape;677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678" name="Google Shape;678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679" name="Google Shape;67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80" name="Google Shape;68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681" name="Google Shape;681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82" name="Google Shape;682;p39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83" name="Google Shape;683;p39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84" name="Google Shape;684;p39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5" name="Google Shape;685;p39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6" name="Google Shape;686;p39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7" name="Google Shape;687;p39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88" name="Google Shape;688;p39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89" name="Google Shape;689;p39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690" name="Google Shape;690;p39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91" name="Google Shape;691;p39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692" name="Google Shape;692;p39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693" name="Google Shape;693;p39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694" name="Google Shape;694;p39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695" name="Google Shape;695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696" name="Google Shape;696;p39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697" name="Google Shape;697;p39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698" name="Google Shape;698;p39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699" name="Google Shape;699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0" name="Google Shape;700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1" name="Google Shape;701;p39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702" name="Google Shape;702;p39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703" name="Google Shape;703;p39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704" name="Google Shape;704;p39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705" name="Google Shape;705;p39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706" name="Google Shape;706;p39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7" name="Google Shape;707;p39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8" name="Google Shape;708;p39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709" name="Google Shape;709;p39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0" name="Google Shape;710;p39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1" name="Google Shape;711;p39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12" name="Google Shape;712;p39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13" name="Google Shape;713;p39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4" name="Google Shape;714;p39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5" name="Google Shape;715;p39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6" name="Google Shape;716;p39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17" name="Google Shape;717;p39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0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0" name="Google Shape;720;p40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1" name="Google Shape;721;p40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22" name="Google Shape;722;p40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723" name="Google Shape;723;p40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24" name="Google Shape;724;p40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25" name="Google Shape;725;p40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6" name="Google Shape;726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27" name="Google Shape;727;p40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28" name="Google Shape;728;p40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29" name="Google Shape;729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0" name="Google Shape;730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1" name="Google Shape;73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2" name="Google Shape;732;p40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33" name="Google Shape;733;p4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4" name="Google Shape;734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5" name="Google Shape;735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36" name="Google Shape;736;p40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37" name="Google Shape;737;p40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8" name="Google Shape;738;p40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39" name="Google Shape;739;p4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0" name="Google Shape;740;p40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41" name="Google Shape;741;p40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42" name="Google Shape;742;p40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3" name="Google Shape;743;p40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4" name="Google Shape;744;p40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5" name="Google Shape;745;p40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6" name="Google Shape;746;p4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7" name="Google Shape;747;p40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748" name="Google Shape;748;p40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749" name="Google Shape;749;p40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0" name="Google Shape;750;p40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1" name="Google Shape;751;p40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2" name="Google Shape;752;p40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3" name="Google Shape;753;p4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754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41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6" name="Google Shape;756;p41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7" name="Google Shape;757;p41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8" name="Google Shape;758;p41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59" name="Google Shape;759;p41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60" name="Google Shape;760;p4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761" name="Google Shape;761;p4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762" name="Google Shape;762;p41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763" name="Google Shape;763;p41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764" name="Google Shape;764;p41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6" name="Google Shape;766;p41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767" name="Google Shape;767;p41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8" name="Google Shape;768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9" name="Google Shape;769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0" name="Google Shape;77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1" name="Google Shape;771;p41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772" name="Google Shape;772;p41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3" name="Google Shape;773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4" name="Google Shape;774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75" name="Google Shape;775;p41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776" name="Google Shape;776;p41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7" name="Google Shape;777;p41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8" name="Google Shape;778;p41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79" name="Google Shape;779;p41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80" name="Google Shape;780;p41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81" name="Google Shape;781;p41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2" name="Google Shape;782;p41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3" name="Google Shape;783;p41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4" name="Google Shape;784;p41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5" name="Google Shape;785;p41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6" name="Google Shape;786;p41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7" name="Google Shape;787;p41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8" name="Google Shape;788;p41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789" name="Google Shape;789;p41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0" name="Google Shape;790;p41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1" name="Google Shape;791;p41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2" name="Google Shape;792;p41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793" name="Google Shape;793;p41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794" name="Google Shape;794;p4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97" name="Google Shape;797;p42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798" name="Google Shape;798;p42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799" name="Google Shape;799;p42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0" name="Google Shape;800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1" name="Google Shape;801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2" name="Google Shape;802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3" name="Google Shape;803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04" name="Google Shape;804;p42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805" name="Google Shape;805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6" name="Google Shape;80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8" name="Google Shape;80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09" name="Google Shape;80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0" name="Google Shape;810;p42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811" name="Google Shape;811;p42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2" name="Google Shape;812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3" name="Google Shape;813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4" name="Google Shape;814;p42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815" name="Google Shape;815;p42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816" name="Google Shape;816;p42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7" name="Google Shape;817;p42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8" name="Google Shape;818;p42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819" name="Google Shape;819;p42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820" name="Google Shape;820;p42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821" name="Google Shape;821;p42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2" name="Google Shape;822;p42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3" name="Google Shape;823;p42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824" name="Google Shape;824;p42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5" name="Google Shape;825;p42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6" name="Google Shape;826;p42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7" name="Google Shape;827;p42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8" name="Google Shape;828;p42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29" name="Google Shape;829;p42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30" name="Google Shape;830;p42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31" name="Google Shape;831;p4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4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34" name="Google Shape;834;p4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39" name="Google Shape;839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42" name="Google Shape;842;p4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43" name="Google Shape;843;p4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4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48" name="Google Shape;848;p4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0" name="Google Shape;850;p4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53" name="Google Shape;853;p5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54" name="Google Shape;854;p5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5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53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0" name="Google Shape;860;p53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1" name="Google Shape;861;p53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2" name="Google Shape;862;p53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3" name="Google Shape;863;p53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4" name="Google Shape;864;p53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65" name="Google Shape;865;p53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68" name="Google Shape;868;p5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69" name="Google Shape;869;p5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5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72" name="Google Shape;872;p5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3" name="Google Shape;873;p5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4" name="Google Shape;874;p5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75" name="Google Shape;875;p5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p5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8" name="Google Shape;878;p5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79" name="Google Shape;879;p5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80" name="Google Shape;880;p5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1" name="Google Shape;881;p5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2" name="Google Shape;882;p5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83" name="Google Shape;883;p5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6" name="Google Shape;886;p5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7" name="Google Shape;887;p5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8" name="Google Shape;888;p5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89" name="Google Shape;889;p5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0" name="Google Shape;890;p5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1" name="Google Shape;891;p5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2" name="Google Shape;892;p5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893" name="Google Shape;893;p5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96" name="Google Shape;896;p5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5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899" name="Google Shape;899;p5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0" name="Google Shape;900;p5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901" name="Google Shape;901;p5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2" name="Google Shape;902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03" name="Google Shape;903;p5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4" name="Google Shape;904;p5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6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07" name="Google Shape;907;p6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8" name="Google Shape;908;p6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09" name="Google Shape;909;p6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0" name="Google Shape;910;p6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911" name="Google Shape;911;p6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912" name="Google Shape;91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13" name="Google Shape;913;p6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4" name="Google Shape;914;p6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5" name="Google Shape;915;p6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6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6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0" name="Google Shape;920;p6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1" name="Google Shape;921;p6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2" name="Google Shape;922;p6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3" name="Google Shape;923;p6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4" name="Google Shape;924;p6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5" name="Google Shape;925;p6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26" name="Google Shape;926;p6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7" name="Google Shape;927;p6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928" name="Google Shape;928;p6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33" Type="http://schemas.openxmlformats.org/officeDocument/2006/relationships/slideLayout" Target="../slideLayouts/slideLayout44.xml"/><Relationship Id="rId32" Type="http://schemas.openxmlformats.org/officeDocument/2006/relationships/slideLayout" Target="../slideLayouts/slideLayout43.xml"/><Relationship Id="rId35" Type="http://schemas.openxmlformats.org/officeDocument/2006/relationships/slideLayout" Target="../slideLayouts/slideLayout46.xml"/><Relationship Id="rId34" Type="http://schemas.openxmlformats.org/officeDocument/2006/relationships/slideLayout" Target="../slideLayouts/slideLayout45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63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CSCI 473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MPI00.1 Trap4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34" name="Google Shape;934;p63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Sora"/>
                <a:ea typeface="Sora"/>
                <a:cs typeface="Sora"/>
                <a:sym typeface="Sora"/>
              </a:rPr>
              <a:t>Lakota Dolce</a:t>
            </a:r>
            <a:endParaRPr sz="1400"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64"/>
          <p:cNvSpPr txBox="1"/>
          <p:nvPr>
            <p:ph idx="3" type="title"/>
          </p:nvPr>
        </p:nvSpPr>
        <p:spPr>
          <a:xfrm>
            <a:off x="115025" y="471075"/>
            <a:ext cx="39417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on Linux(Pop_OS)</a:t>
            </a:r>
            <a:endParaRPr/>
          </a:p>
        </p:txBody>
      </p:sp>
      <p:sp>
        <p:nvSpPr>
          <p:cNvPr id="940" name="Google Shape;940;p64"/>
          <p:cNvSpPr txBox="1"/>
          <p:nvPr>
            <p:ph idx="16" type="subTitle"/>
          </p:nvPr>
        </p:nvSpPr>
        <p:spPr>
          <a:xfrm>
            <a:off x="228600" y="1573225"/>
            <a:ext cx="8600700" cy="320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To run on Pop_OS, an offshoot of Ubuntu, you need to make sure that you have everything updated and all required software installed. </a:t>
            </a:r>
            <a:br>
              <a:rPr b="0" lang="en"/>
            </a:br>
            <a:br>
              <a:rPr b="0" lang="en"/>
            </a:br>
            <a:r>
              <a:rPr b="0" lang="en"/>
              <a:t>Req Software: </a:t>
            </a:r>
            <a:br>
              <a:rPr b="0" lang="en"/>
            </a:br>
            <a:r>
              <a:rPr b="0" lang="en"/>
              <a:t>	1) Python ( I used python3)</a:t>
            </a:r>
            <a:endParaRPr b="0"/>
          </a:p>
          <a:p>
            <a:pPr indent="-317500" lvl="0" marL="13716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b="0" lang="en"/>
              <a:t>Matplotlib (python3-matplotlib)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	2) A C compiler ( I used gcc) 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	3) MPI (I used mpich)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	4) An image viewer ( I used gimp)</a:t>
            </a:r>
            <a:endParaRPr b="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pic>
        <p:nvPicPr>
          <p:cNvPr id="941" name="Google Shape;941;p64" title="my_computer_st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551836"/>
            <a:ext cx="9144000" cy="1540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65"/>
          <p:cNvSpPr txBox="1"/>
          <p:nvPr>
            <p:ph type="title"/>
          </p:nvPr>
        </p:nvSpPr>
        <p:spPr>
          <a:xfrm>
            <a:off x="107700" y="228600"/>
            <a:ext cx="65070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Running on Expanse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47" name="Google Shape;947;p65"/>
          <p:cNvSpPr txBox="1"/>
          <p:nvPr>
            <p:ph idx="4294967295" type="subTitle"/>
          </p:nvPr>
        </p:nvSpPr>
        <p:spPr>
          <a:xfrm>
            <a:off x="224700" y="882825"/>
            <a:ext cx="4170300" cy="1917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To run on </a:t>
            </a:r>
            <a:r>
              <a:rPr lang="en" sz="1200"/>
              <a:t>Expanse</a:t>
            </a:r>
            <a:r>
              <a:rPr b="0" lang="en" sz="1200"/>
              <a:t>,</a:t>
            </a:r>
            <a:r>
              <a:rPr lang="en" sz="1200"/>
              <a:t> ensuring </a:t>
            </a:r>
            <a:r>
              <a:rPr lang="en" sz="1200"/>
              <a:t>all</a:t>
            </a:r>
            <a:r>
              <a:rPr lang="en" sz="1200"/>
              <a:t> the modules were loaded was the key.</a:t>
            </a:r>
            <a:br>
              <a:rPr b="0" lang="en" sz="1200"/>
            </a:br>
            <a:br>
              <a:rPr b="0" lang="en" sz="1200"/>
            </a:br>
            <a:r>
              <a:rPr b="0" lang="en" sz="1200"/>
              <a:t>Req </a:t>
            </a:r>
            <a:r>
              <a:rPr lang="en" sz="1200"/>
              <a:t>modules</a:t>
            </a:r>
            <a:r>
              <a:rPr b="0" lang="en" sz="1200"/>
              <a:t> </a:t>
            </a:r>
            <a:br>
              <a:rPr b="0" lang="en" sz="1200"/>
            </a:br>
            <a:r>
              <a:rPr b="0" lang="en" sz="1200"/>
              <a:t>	1) cpu/0.</a:t>
            </a:r>
            <a:r>
              <a:rPr lang="en" sz="1200"/>
              <a:t>17</a:t>
            </a:r>
            <a:r>
              <a:rPr b="0" lang="en" sz="1200"/>
              <a:t>.</a:t>
            </a:r>
            <a:r>
              <a:rPr lang="en" sz="1200"/>
              <a:t>3b</a:t>
            </a:r>
            <a:endParaRPr b="0"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2) gcc/10.2.0</a:t>
            </a:r>
            <a:endParaRPr b="0" sz="1200"/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2) p</a:t>
            </a:r>
            <a:r>
              <a:rPr b="0" lang="en" sz="1200"/>
              <a:t>ython</a:t>
            </a:r>
            <a:r>
              <a:rPr lang="en" sz="1200"/>
              <a:t>3</a:t>
            </a:r>
            <a:endParaRPr b="0" sz="1200"/>
          </a:p>
          <a:p>
            <a:pPr indent="-304800" lvl="0" marL="13716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 sz="1200"/>
              <a:t>py-matplotlib/3.3.2-openblas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	</a:t>
            </a:r>
            <a:r>
              <a:rPr lang="en" sz="1200"/>
              <a:t>3</a:t>
            </a:r>
            <a:r>
              <a:rPr b="0" lang="en" sz="1200"/>
              <a:t>) </a:t>
            </a:r>
            <a:r>
              <a:rPr lang="en" sz="1200"/>
              <a:t>openmpi/4.1.1</a:t>
            </a:r>
            <a:endParaRPr b="0"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200"/>
              <a:t>	</a:t>
            </a:r>
            <a:r>
              <a:rPr lang="en" sz="1200"/>
              <a:t>4</a:t>
            </a:r>
            <a:r>
              <a:rPr b="0" lang="en" sz="1200"/>
              <a:t>) </a:t>
            </a:r>
            <a:r>
              <a:rPr lang="en" sz="1200"/>
              <a:t>slurm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Once these are loaded you just need to </a:t>
            </a:r>
            <a:r>
              <a:rPr lang="en" sz="1200"/>
              <a:t>compile and run the python script.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200"/>
          </a:p>
        </p:txBody>
      </p:sp>
      <p:pic>
        <p:nvPicPr>
          <p:cNvPr id="948" name="Google Shape;948;p65" title="expanse_st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7350" y="3105225"/>
            <a:ext cx="5236658" cy="2038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66"/>
          <p:cNvSpPr txBox="1"/>
          <p:nvPr>
            <p:ph idx="4294967295" type="title"/>
          </p:nvPr>
        </p:nvSpPr>
        <p:spPr>
          <a:xfrm>
            <a:off x="260100" y="259650"/>
            <a:ext cx="65070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Problems Faced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54" name="Google Shape;954;p66"/>
          <p:cNvSpPr txBox="1"/>
          <p:nvPr/>
        </p:nvSpPr>
        <p:spPr>
          <a:xfrm>
            <a:off x="260100" y="915000"/>
            <a:ext cx="7894500" cy="37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Linux:</a:t>
            </a:r>
            <a:b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	Very minimal problems, I already had most of the software downloaded on my system and only had to add matplotlib to the software, once done, I was able to get the program compiled and ran. </a:t>
            </a:r>
            <a:b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b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Expanse:</a:t>
            </a:r>
            <a:b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</a:b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	A few problems </a:t>
            </a: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occurred</a:t>
            </a: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with expanse, the biggest one was version issues between modules. The other issue that I faced was that the program would not run in the </a:t>
            </a: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allotted</a:t>
            </a:r>
            <a:r>
              <a:rPr lang="en" sz="18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rPr>
              <a:t> time for the debug nodes.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8" name="Shape 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Google Shape;959;p67"/>
          <p:cNvSpPr txBox="1"/>
          <p:nvPr>
            <p:ph idx="4294967295" type="title"/>
          </p:nvPr>
        </p:nvSpPr>
        <p:spPr>
          <a:xfrm>
            <a:off x="122350" y="283100"/>
            <a:ext cx="6507000" cy="7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960" name="Google Shape;960;p67"/>
          <p:cNvSpPr txBox="1"/>
          <p:nvPr/>
        </p:nvSpPr>
        <p:spPr>
          <a:xfrm>
            <a:off x="463750" y="1047800"/>
            <a:ext cx="39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My computer: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61" name="Google Shape;961;p67"/>
          <p:cNvSpPr txBox="1"/>
          <p:nvPr/>
        </p:nvSpPr>
        <p:spPr>
          <a:xfrm>
            <a:off x="463750" y="2930825"/>
            <a:ext cx="283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Expanse: 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62" name="Google Shape;962;p67" title="timing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350" y="1417100"/>
            <a:ext cx="1889802" cy="141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67" title="speedu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12150" y="1417100"/>
            <a:ext cx="1889808" cy="1417351"/>
          </a:xfrm>
          <a:prstGeom prst="rect">
            <a:avLst/>
          </a:prstGeom>
          <a:noFill/>
          <a:ln>
            <a:noFill/>
          </a:ln>
        </p:spPr>
      </p:pic>
      <p:pic>
        <p:nvPicPr>
          <p:cNvPr id="964" name="Google Shape;964;p67" title="efficienc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01949" y="1417099"/>
            <a:ext cx="1889802" cy="1417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5" name="Google Shape;965;p67" title="speedup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012150" y="3300125"/>
            <a:ext cx="1889802" cy="1417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67" title="timing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22350" y="3300125"/>
            <a:ext cx="1889802" cy="1417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967" name="Google Shape;967;p67" title="efficiency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01950" y="3300125"/>
            <a:ext cx="1889798" cy="1417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