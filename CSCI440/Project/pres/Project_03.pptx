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Alexandria Light"/>
      <p:regular r:id="rId13"/>
      <p:bold r:id="rId14"/>
    </p:embeddedFont>
    <p:embeddedFont>
      <p:font typeface="Lexend SemiBold"/>
      <p:regular r:id="rId15"/>
      <p:bold r:id="rId16"/>
    </p:embeddedFont>
    <p:embeddedFont>
      <p:font typeface="Lexend Light"/>
      <p:regular r:id="rId17"/>
      <p:bold r:id="rId18"/>
    </p:embeddedFont>
    <p:embeddedFont>
      <p:font typeface="Lexend Medium"/>
      <p:regular r:id="rId19"/>
      <p:bold r:id="rId20"/>
    </p:embeddedFont>
    <p:embeddedFont>
      <p:font typeface="Alexandria SemiBold"/>
      <p:regular r:id="rId21"/>
      <p:bold r:id="rId22"/>
    </p:embeddedFont>
    <p:embeddedFont>
      <p:font typeface="Alexandria Black"/>
      <p:bold r:id="rId23"/>
    </p:embeddedFont>
    <p:embeddedFont>
      <p:font typeface="Alexandria"/>
      <p:regular r:id="rId24"/>
      <p:bold r:id="rId25"/>
    </p:embeddedFont>
    <p:embeddedFont>
      <p:font typeface="Lexend"/>
      <p:regular r:id="rId26"/>
      <p:bold r:id="rId27"/>
    </p:embeddedFont>
    <p:embeddedFont>
      <p:font typeface="Lexend ExtraLight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LexendMedium-bold.fntdata"/><Relationship Id="rId22" Type="http://schemas.openxmlformats.org/officeDocument/2006/relationships/font" Target="fonts/AlexandriaSemiBold-bold.fntdata"/><Relationship Id="rId21" Type="http://schemas.openxmlformats.org/officeDocument/2006/relationships/font" Target="fonts/AlexandriaSemiBold-regular.fntdata"/><Relationship Id="rId24" Type="http://schemas.openxmlformats.org/officeDocument/2006/relationships/font" Target="fonts/Alexandria-regular.fntdata"/><Relationship Id="rId23" Type="http://schemas.openxmlformats.org/officeDocument/2006/relationships/font" Target="fonts/AlexandriaBlack-bold.fntdata"/><Relationship Id="rId26" Type="http://schemas.openxmlformats.org/officeDocument/2006/relationships/font" Target="fonts/Lexend-regular.fntdata"/><Relationship Id="rId25" Type="http://schemas.openxmlformats.org/officeDocument/2006/relationships/font" Target="fonts/Alexandria-bold.fntdata"/><Relationship Id="rId28" Type="http://schemas.openxmlformats.org/officeDocument/2006/relationships/font" Target="fonts/LexendExtraLight-regular.fntdata"/><Relationship Id="rId27" Type="http://schemas.openxmlformats.org/officeDocument/2006/relationships/font" Target="fonts/Lexend-bold.fntdata"/><Relationship Id="rId29" Type="http://schemas.openxmlformats.org/officeDocument/2006/relationships/font" Target="fonts/LexendExtra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AlexandriaLight-regular.fntdata"/><Relationship Id="rId12" Type="http://schemas.openxmlformats.org/officeDocument/2006/relationships/slide" Target="slides/slide6.xml"/><Relationship Id="rId15" Type="http://schemas.openxmlformats.org/officeDocument/2006/relationships/font" Target="fonts/LexendSemiBold-regular.fntdata"/><Relationship Id="rId14" Type="http://schemas.openxmlformats.org/officeDocument/2006/relationships/font" Target="fonts/AlexandriaLight-bold.fntdata"/><Relationship Id="rId17" Type="http://schemas.openxmlformats.org/officeDocument/2006/relationships/font" Target="fonts/LexendLight-regular.fntdata"/><Relationship Id="rId16" Type="http://schemas.openxmlformats.org/officeDocument/2006/relationships/font" Target="fonts/LexendSemiBold-bold.fntdata"/><Relationship Id="rId19" Type="http://schemas.openxmlformats.org/officeDocument/2006/relationships/font" Target="fonts/LexendMedium-regular.fntdata"/><Relationship Id="rId18" Type="http://schemas.openxmlformats.org/officeDocument/2006/relationships/font" Target="fonts/Lexend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7f01ac09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7f01ac09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7f01ac09cf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7f01ac09cf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7f01ac09cf_0_1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37f01ac09cf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7f01ac09cf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37f01ac09cf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39d6b3b22c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39d6b3b22c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7f01ac09cf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7f01ac09cf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- Alt 1">
  <p:cSld name="CUSTOM_3_1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>
            <a:off x="8884650" y="4892850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8924402" y="1938950"/>
            <a:ext cx="0" cy="3198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/>
          <p:nvPr/>
        </p:nvSpPr>
        <p:spPr>
          <a:xfrm rot="10800000">
            <a:off x="8884650" y="4663024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" name="Google Shape;58;p14"/>
          <p:cNvSpPr/>
          <p:nvPr/>
        </p:nvSpPr>
        <p:spPr>
          <a:xfrm rot="10800000">
            <a:off x="8884650" y="4429023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" name="Google Shape;59;p14"/>
          <p:cNvSpPr/>
          <p:nvPr/>
        </p:nvSpPr>
        <p:spPr>
          <a:xfrm rot="10800000">
            <a:off x="8884650" y="419919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14"/>
          <p:cNvSpPr/>
          <p:nvPr/>
        </p:nvSpPr>
        <p:spPr>
          <a:xfrm rot="10800000">
            <a:off x="8884650" y="3961034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14"/>
          <p:cNvSpPr/>
          <p:nvPr/>
        </p:nvSpPr>
        <p:spPr>
          <a:xfrm rot="10800000">
            <a:off x="8884650" y="3731208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14"/>
          <p:cNvSpPr/>
          <p:nvPr/>
        </p:nvSpPr>
        <p:spPr>
          <a:xfrm rot="10800000">
            <a:off x="8884650" y="349720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" name="Google Shape;63;p14"/>
          <p:cNvSpPr/>
          <p:nvPr/>
        </p:nvSpPr>
        <p:spPr>
          <a:xfrm rot="10800000">
            <a:off x="8884650" y="3267381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" name="Google Shape;64;p14"/>
          <p:cNvSpPr/>
          <p:nvPr/>
        </p:nvSpPr>
        <p:spPr>
          <a:xfrm rot="10800000">
            <a:off x="8884650" y="303336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" name="Google Shape;65;p14"/>
          <p:cNvSpPr/>
          <p:nvPr/>
        </p:nvSpPr>
        <p:spPr>
          <a:xfrm rot="10800000">
            <a:off x="8884650" y="2799366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14"/>
          <p:cNvSpPr/>
          <p:nvPr/>
        </p:nvSpPr>
        <p:spPr>
          <a:xfrm rot="10800000">
            <a:off x="8884650" y="2569540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14"/>
          <p:cNvSpPr/>
          <p:nvPr/>
        </p:nvSpPr>
        <p:spPr>
          <a:xfrm rot="10800000">
            <a:off x="8884650" y="233137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4"/>
          <p:cNvSpPr/>
          <p:nvPr/>
        </p:nvSpPr>
        <p:spPr>
          <a:xfrm rot="10800000">
            <a:off x="8884650" y="2101551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64800" y="124375"/>
            <a:ext cx="0" cy="5011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4"/>
          <p:cNvCxnSpPr/>
          <p:nvPr/>
        </p:nvCxnSpPr>
        <p:spPr>
          <a:xfrm>
            <a:off x="134125" y="124375"/>
            <a:ext cx="0" cy="5011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4"/>
          <p:cNvSpPr/>
          <p:nvPr/>
        </p:nvSpPr>
        <p:spPr>
          <a:xfrm rot="10800000">
            <a:off x="8884650" y="2324850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14"/>
          <p:cNvSpPr/>
          <p:nvPr/>
        </p:nvSpPr>
        <p:spPr>
          <a:xfrm rot="10800000">
            <a:off x="8884650" y="2095024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>
            <p:ph type="ctrTitle"/>
          </p:nvPr>
        </p:nvSpPr>
        <p:spPr>
          <a:xfrm>
            <a:off x="403275" y="2071100"/>
            <a:ext cx="69300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exandria Black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b="59820" l="0" r="89" t="1549"/>
          <a:stretch/>
        </p:blipFill>
        <p:spPr>
          <a:xfrm>
            <a:off x="-5900" y="0"/>
            <a:ext cx="9151800" cy="193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3">
            <a:alphaModFix/>
          </a:blip>
          <a:srcRect b="1170" l="0" r="0" t="-1170"/>
          <a:stretch/>
        </p:blipFill>
        <p:spPr>
          <a:xfrm>
            <a:off x="-5900" y="8325"/>
            <a:ext cx="9155798" cy="1938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n points to a whiteboard while talking to a room full of colleagues. " id="76" name="Google Shape;76;p14"/>
          <p:cNvPicPr preferRelativeResize="0"/>
          <p:nvPr/>
        </p:nvPicPr>
        <p:blipFill rotWithShape="1">
          <a:blip r:embed="rId3">
            <a:alphaModFix/>
          </a:blip>
          <a:srcRect b="1170" l="0" r="0" t="-1170"/>
          <a:stretch/>
        </p:blipFill>
        <p:spPr>
          <a:xfrm>
            <a:off x="-5900" y="-11100"/>
            <a:ext cx="9155798" cy="194879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-8850" y="2304775"/>
            <a:ext cx="9162300" cy="289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Group of office workers in a boardroom presentation (proporcionada por Getty Images)" id="80" name="Google Shape;80;p15"/>
          <p:cNvPicPr preferRelativeResize="0"/>
          <p:nvPr/>
        </p:nvPicPr>
        <p:blipFill rotWithShape="1">
          <a:blip r:embed="rId2">
            <a:alphaModFix amt="15000"/>
          </a:blip>
          <a:srcRect b="33524" l="3833" r="2655" t="23456"/>
          <a:stretch/>
        </p:blipFill>
        <p:spPr>
          <a:xfrm>
            <a:off x="0" y="2307800"/>
            <a:ext cx="9168599" cy="28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type="title"/>
          </p:nvPr>
        </p:nvSpPr>
        <p:spPr>
          <a:xfrm>
            <a:off x="427100" y="916525"/>
            <a:ext cx="81567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82" name="Google Shape;82;p15"/>
          <p:cNvSpPr txBox="1"/>
          <p:nvPr>
            <p:ph idx="1" type="subTitle"/>
          </p:nvPr>
        </p:nvSpPr>
        <p:spPr>
          <a:xfrm>
            <a:off x="4443450" y="2859839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2" type="subTitle"/>
          </p:nvPr>
        </p:nvSpPr>
        <p:spPr>
          <a:xfrm>
            <a:off x="4443450" y="3188578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5"/>
          <p:cNvSpPr txBox="1"/>
          <p:nvPr>
            <p:ph idx="3" type="subTitle"/>
          </p:nvPr>
        </p:nvSpPr>
        <p:spPr>
          <a:xfrm>
            <a:off x="4443450" y="3524579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5" name="Google Shape;85;p15"/>
          <p:cNvSpPr txBox="1"/>
          <p:nvPr>
            <p:ph idx="4" type="subTitle"/>
          </p:nvPr>
        </p:nvSpPr>
        <p:spPr>
          <a:xfrm>
            <a:off x="4443450" y="2531900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5" type="subTitle"/>
          </p:nvPr>
        </p:nvSpPr>
        <p:spPr>
          <a:xfrm>
            <a:off x="4443450" y="3845253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6" type="subTitle"/>
          </p:nvPr>
        </p:nvSpPr>
        <p:spPr>
          <a:xfrm>
            <a:off x="4443450" y="4172777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7" type="subTitle"/>
          </p:nvPr>
        </p:nvSpPr>
        <p:spPr>
          <a:xfrm>
            <a:off x="474950" y="337950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89" name="Google Shape;89;p15"/>
          <p:cNvSpPr txBox="1"/>
          <p:nvPr>
            <p:ph idx="8" type="subTitle"/>
          </p:nvPr>
        </p:nvSpPr>
        <p:spPr>
          <a:xfrm>
            <a:off x="6456875" y="337950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90" name="Google Shape;90;p15"/>
          <p:cNvSpPr txBox="1"/>
          <p:nvPr>
            <p:ph idx="9" type="subTitle"/>
          </p:nvPr>
        </p:nvSpPr>
        <p:spPr>
          <a:xfrm>
            <a:off x="474950" y="1561400"/>
            <a:ext cx="57660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9pPr>
          </a:lstStyle>
          <a:p/>
        </p:txBody>
      </p:sp>
      <p:sp>
        <p:nvSpPr>
          <p:cNvPr id="91" name="Google Shape;91;p15"/>
          <p:cNvSpPr txBox="1"/>
          <p:nvPr>
            <p:ph idx="13" type="title"/>
          </p:nvPr>
        </p:nvSpPr>
        <p:spPr>
          <a:xfrm>
            <a:off x="474950" y="2676149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92" name="Google Shape;92;p15"/>
          <p:cNvSpPr txBox="1"/>
          <p:nvPr>
            <p:ph idx="14" type="title"/>
          </p:nvPr>
        </p:nvSpPr>
        <p:spPr>
          <a:xfrm>
            <a:off x="474950" y="3010199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5" type="title"/>
          </p:nvPr>
        </p:nvSpPr>
        <p:spPr>
          <a:xfrm>
            <a:off x="481225" y="3337549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16" type="title"/>
          </p:nvPr>
        </p:nvSpPr>
        <p:spPr>
          <a:xfrm>
            <a:off x="481225" y="3670199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17" type="title"/>
          </p:nvPr>
        </p:nvSpPr>
        <p:spPr>
          <a:xfrm>
            <a:off x="481225" y="3993249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8" type="title"/>
          </p:nvPr>
        </p:nvSpPr>
        <p:spPr>
          <a:xfrm>
            <a:off x="481225" y="4321624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4">
  <p:cSld name="CUSTOM_26">
    <p:bg>
      <p:bgPr>
        <a:solidFill>
          <a:schemeClr val="accent4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6"/>
          <p:cNvGrpSpPr/>
          <p:nvPr/>
        </p:nvGrpSpPr>
        <p:grpSpPr>
          <a:xfrm>
            <a:off x="119650" y="-16394"/>
            <a:ext cx="8904707" cy="123007"/>
            <a:chOff x="18101" y="4907950"/>
            <a:chExt cx="8904707" cy="291900"/>
          </a:xfrm>
        </p:grpSpPr>
        <p:sp>
          <p:nvSpPr>
            <p:cNvPr id="100" name="Google Shape;100;p16"/>
            <p:cNvSpPr/>
            <p:nvPr/>
          </p:nvSpPr>
          <p:spPr>
            <a:xfrm rot="-5400000">
              <a:off x="55052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 rot="-5400000">
              <a:off x="57350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 rot="-5400000">
              <a:off x="59690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 rot="-5400000">
              <a:off x="61989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64370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 rot="-5400000">
              <a:off x="66669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 rot="-5400000">
              <a:off x="69009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 rot="-5400000">
              <a:off x="71307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 rot="-5400000">
              <a:off x="73647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 rot="-5400000">
              <a:off x="75987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 rot="-5400000">
              <a:off x="78285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 rot="-5400000">
              <a:off x="80667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 rot="-5400000">
              <a:off x="82965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 rot="-5400000">
              <a:off x="85202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 rot="-5400000">
              <a:off x="87456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 rot="-5400000">
              <a:off x="20648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 rot="-5400000">
              <a:off x="22946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 rot="-5400000">
              <a:off x="25286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 rot="-5400000">
              <a:off x="27585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 rot="-5400000">
              <a:off x="29966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 rot="-5400000">
              <a:off x="32265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 rot="-5400000">
              <a:off x="34605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 rot="-5400000">
              <a:off x="36903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 rot="-5400000">
              <a:off x="39243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 rot="-5400000">
              <a:off x="41583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rot="-5400000">
              <a:off x="43881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 rot="-5400000">
              <a:off x="46263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rot="-5400000">
              <a:off x="48561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 rot="-5400000">
              <a:off x="50798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 rot="-5400000">
              <a:off x="53052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 rot="-5400000">
              <a:off x="-94849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 rot="-5400000">
              <a:off x="13497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 rot="-5400000">
              <a:off x="36899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 rot="-5400000">
              <a:off x="60299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 rot="-5400000">
              <a:off x="83281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 rot="-5400000">
              <a:off x="107098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 rot="-5400000">
              <a:off x="130080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 rot="-5400000">
              <a:off x="15244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 rot="-5400000">
              <a:off x="17499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9" name="Google Shape;139;p16"/>
          <p:cNvCxnSpPr/>
          <p:nvPr/>
        </p:nvCxnSpPr>
        <p:spPr>
          <a:xfrm>
            <a:off x="0" y="88225"/>
            <a:ext cx="915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6"/>
          <p:cNvSpPr txBox="1"/>
          <p:nvPr>
            <p:ph idx="1" type="subTitle"/>
          </p:nvPr>
        </p:nvSpPr>
        <p:spPr>
          <a:xfrm>
            <a:off x="385050" y="2970950"/>
            <a:ext cx="1002000" cy="291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1" name="Google Shape;141;p16"/>
          <p:cNvSpPr txBox="1"/>
          <p:nvPr>
            <p:ph idx="2" type="subTitle"/>
          </p:nvPr>
        </p:nvSpPr>
        <p:spPr>
          <a:xfrm>
            <a:off x="385050" y="3311150"/>
            <a:ext cx="1002000" cy="291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2" name="Google Shape;142;p16"/>
          <p:cNvSpPr txBox="1"/>
          <p:nvPr>
            <p:ph idx="3" type="subTitle"/>
          </p:nvPr>
        </p:nvSpPr>
        <p:spPr>
          <a:xfrm>
            <a:off x="385050" y="3651350"/>
            <a:ext cx="1002000" cy="291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3" name="Google Shape;143;p16"/>
          <p:cNvSpPr txBox="1"/>
          <p:nvPr>
            <p:ph idx="4" type="subTitle"/>
          </p:nvPr>
        </p:nvSpPr>
        <p:spPr>
          <a:xfrm>
            <a:off x="385050" y="3991550"/>
            <a:ext cx="1002000" cy="291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4" name="Google Shape;144;p16"/>
          <p:cNvSpPr txBox="1"/>
          <p:nvPr>
            <p:ph idx="5" type="subTitle"/>
          </p:nvPr>
        </p:nvSpPr>
        <p:spPr>
          <a:xfrm>
            <a:off x="385050" y="4331750"/>
            <a:ext cx="1002000" cy="291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5" name="Google Shape;145;p16"/>
          <p:cNvSpPr txBox="1"/>
          <p:nvPr>
            <p:ph idx="6" type="subTitle"/>
          </p:nvPr>
        </p:nvSpPr>
        <p:spPr>
          <a:xfrm>
            <a:off x="6590850" y="2540325"/>
            <a:ext cx="2148300" cy="2919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6" name="Google Shape;146;p16"/>
          <p:cNvSpPr txBox="1"/>
          <p:nvPr>
            <p:ph idx="7" type="subTitle"/>
          </p:nvPr>
        </p:nvSpPr>
        <p:spPr>
          <a:xfrm>
            <a:off x="6590850" y="2101125"/>
            <a:ext cx="2148300" cy="2919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7" name="Google Shape;147;p16"/>
          <p:cNvSpPr txBox="1"/>
          <p:nvPr>
            <p:ph type="ctrTitle"/>
          </p:nvPr>
        </p:nvSpPr>
        <p:spPr>
          <a:xfrm>
            <a:off x="375925" y="304725"/>
            <a:ext cx="2949900" cy="18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grpSp>
        <p:nvGrpSpPr>
          <p:cNvPr id="148" name="Google Shape;148;p16"/>
          <p:cNvGrpSpPr/>
          <p:nvPr/>
        </p:nvGrpSpPr>
        <p:grpSpPr>
          <a:xfrm>
            <a:off x="0" y="2967650"/>
            <a:ext cx="9144000" cy="1681750"/>
            <a:chOff x="0" y="2967650"/>
            <a:chExt cx="9144000" cy="1681750"/>
          </a:xfrm>
        </p:grpSpPr>
        <p:cxnSp>
          <p:nvCxnSpPr>
            <p:cNvPr id="149" name="Google Shape;149;p16"/>
            <p:cNvCxnSpPr/>
            <p:nvPr/>
          </p:nvCxnSpPr>
          <p:spPr>
            <a:xfrm>
              <a:off x="0" y="32724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16"/>
            <p:cNvCxnSpPr/>
            <p:nvPr/>
          </p:nvCxnSpPr>
          <p:spPr>
            <a:xfrm>
              <a:off x="0" y="3614225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16"/>
            <p:cNvCxnSpPr/>
            <p:nvPr/>
          </p:nvCxnSpPr>
          <p:spPr>
            <a:xfrm>
              <a:off x="0" y="39560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16"/>
            <p:cNvCxnSpPr/>
            <p:nvPr/>
          </p:nvCxnSpPr>
          <p:spPr>
            <a:xfrm>
              <a:off x="0" y="4298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16"/>
            <p:cNvCxnSpPr/>
            <p:nvPr/>
          </p:nvCxnSpPr>
          <p:spPr>
            <a:xfrm>
              <a:off x="0" y="29676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16"/>
            <p:cNvCxnSpPr/>
            <p:nvPr/>
          </p:nvCxnSpPr>
          <p:spPr>
            <a:xfrm>
              <a:off x="0" y="46494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5" name="Google Shape;155;p16"/>
          <p:cNvSpPr txBox="1"/>
          <p:nvPr>
            <p:ph idx="8" type="subTitle"/>
          </p:nvPr>
        </p:nvSpPr>
        <p:spPr>
          <a:xfrm>
            <a:off x="3707500" y="197700"/>
            <a:ext cx="1346400" cy="10074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9" type="subTitle"/>
          </p:nvPr>
        </p:nvSpPr>
        <p:spPr>
          <a:xfrm>
            <a:off x="5053900" y="197700"/>
            <a:ext cx="1346400" cy="10074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13" type="subTitle"/>
          </p:nvPr>
        </p:nvSpPr>
        <p:spPr>
          <a:xfrm>
            <a:off x="6400300" y="197700"/>
            <a:ext cx="1346400" cy="10074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14" type="subTitle"/>
          </p:nvPr>
        </p:nvSpPr>
        <p:spPr>
          <a:xfrm>
            <a:off x="7746700" y="197700"/>
            <a:ext cx="1346400" cy="10074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bg>
      <p:bgPr>
        <a:solidFill>
          <a:schemeClr val="accent4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/>
          <p:nvPr/>
        </p:nvSpPr>
        <p:spPr>
          <a:xfrm>
            <a:off x="0" y="3079800"/>
            <a:ext cx="9144000" cy="206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Video call group business people meeting on virtual workplace or remote office (proporcionada por Getty Images)" id="162" name="Google Shape;162;p17"/>
          <p:cNvPicPr preferRelativeResize="0"/>
          <p:nvPr/>
        </p:nvPicPr>
        <p:blipFill rotWithShape="1">
          <a:blip r:embed="rId2">
            <a:alphaModFix amt="12000"/>
          </a:blip>
          <a:srcRect b="13266" l="14552" r="21143" t="64991"/>
          <a:stretch/>
        </p:blipFill>
        <p:spPr>
          <a:xfrm>
            <a:off x="-4175" y="3079800"/>
            <a:ext cx="9152348" cy="206359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63" name="Google Shape;163;p17"/>
          <p:cNvSpPr txBox="1"/>
          <p:nvPr>
            <p:ph type="title"/>
          </p:nvPr>
        </p:nvSpPr>
        <p:spPr>
          <a:xfrm>
            <a:off x="3741750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64" name="Google Shape;164;p17"/>
          <p:cNvSpPr txBox="1"/>
          <p:nvPr>
            <p:ph idx="2" type="title"/>
          </p:nvPr>
        </p:nvSpPr>
        <p:spPr>
          <a:xfrm>
            <a:off x="3734550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65" name="Google Shape;165;p17"/>
          <p:cNvSpPr txBox="1"/>
          <p:nvPr>
            <p:ph idx="3" type="title"/>
          </p:nvPr>
        </p:nvSpPr>
        <p:spPr>
          <a:xfrm>
            <a:off x="338925" y="796150"/>
            <a:ext cx="33582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cxnSp>
        <p:nvCxnSpPr>
          <p:cNvPr id="166" name="Google Shape;166;p17"/>
          <p:cNvCxnSpPr/>
          <p:nvPr/>
        </p:nvCxnSpPr>
        <p:spPr>
          <a:xfrm>
            <a:off x="64800" y="1800"/>
            <a:ext cx="0" cy="3078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17"/>
          <p:cNvCxnSpPr/>
          <p:nvPr/>
        </p:nvCxnSpPr>
        <p:spPr>
          <a:xfrm>
            <a:off x="134125" y="1800"/>
            <a:ext cx="0" cy="3078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17"/>
          <p:cNvSpPr/>
          <p:nvPr/>
        </p:nvSpPr>
        <p:spPr>
          <a:xfrm>
            <a:off x="-2375" y="3226600"/>
            <a:ext cx="2116925" cy="1919275"/>
          </a:xfrm>
          <a:custGeom>
            <a:rect b="b" l="l" r="r" t="t"/>
            <a:pathLst>
              <a:path extrusionOk="0" h="76771" w="84677">
                <a:moveTo>
                  <a:pt x="63436" y="76771"/>
                </a:moveTo>
                <a:lnTo>
                  <a:pt x="50530" y="63865"/>
                </a:lnTo>
                <a:lnTo>
                  <a:pt x="84677" y="31718"/>
                </a:lnTo>
                <a:lnTo>
                  <a:pt x="54578" y="0"/>
                </a:lnTo>
                <a:lnTo>
                  <a:pt x="18002" y="34290"/>
                </a:lnTo>
                <a:lnTo>
                  <a:pt x="0" y="16954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7"/>
          <p:cNvSpPr txBox="1"/>
          <p:nvPr>
            <p:ph idx="4" type="title"/>
          </p:nvPr>
        </p:nvSpPr>
        <p:spPr>
          <a:xfrm>
            <a:off x="386075" y="1978775"/>
            <a:ext cx="30795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5" type="title"/>
          </p:nvPr>
        </p:nvSpPr>
        <p:spPr>
          <a:xfrm>
            <a:off x="5113350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6" type="title"/>
          </p:nvPr>
        </p:nvSpPr>
        <p:spPr>
          <a:xfrm>
            <a:off x="5106150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7" type="title"/>
          </p:nvPr>
        </p:nvSpPr>
        <p:spPr>
          <a:xfrm>
            <a:off x="6492150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73" name="Google Shape;173;p17"/>
          <p:cNvSpPr txBox="1"/>
          <p:nvPr>
            <p:ph idx="8" type="title"/>
          </p:nvPr>
        </p:nvSpPr>
        <p:spPr>
          <a:xfrm>
            <a:off x="6487425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74" name="Google Shape;174;p17"/>
          <p:cNvSpPr txBox="1"/>
          <p:nvPr>
            <p:ph idx="9" type="title"/>
          </p:nvPr>
        </p:nvSpPr>
        <p:spPr>
          <a:xfrm>
            <a:off x="7880545" y="3442425"/>
            <a:ext cx="12807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13" type="title"/>
          </p:nvPr>
        </p:nvSpPr>
        <p:spPr>
          <a:xfrm>
            <a:off x="7873425" y="3982394"/>
            <a:ext cx="12807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76" name="Google Shape;176;p17"/>
          <p:cNvSpPr/>
          <p:nvPr>
            <p:ph idx="14" type="pic"/>
          </p:nvPr>
        </p:nvSpPr>
        <p:spPr>
          <a:xfrm>
            <a:off x="3744275" y="1711500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17"/>
          <p:cNvSpPr/>
          <p:nvPr>
            <p:ph idx="15" type="pic"/>
          </p:nvPr>
        </p:nvSpPr>
        <p:spPr>
          <a:xfrm>
            <a:off x="5116938" y="1711538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17"/>
          <p:cNvSpPr/>
          <p:nvPr>
            <p:ph idx="16" type="pic"/>
          </p:nvPr>
        </p:nvSpPr>
        <p:spPr>
          <a:xfrm>
            <a:off x="6488288" y="1707838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17"/>
          <p:cNvSpPr/>
          <p:nvPr>
            <p:ph idx="17" type="pic"/>
          </p:nvPr>
        </p:nvSpPr>
        <p:spPr>
          <a:xfrm>
            <a:off x="7859638" y="1711538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CUSTOM_11">
    <p:bg>
      <p:bgPr>
        <a:solidFill>
          <a:schemeClr val="accent4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>
            <a:off x="-1875" y="0"/>
            <a:ext cx="9144000" cy="283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Video call group business people meeting on virtual workplace or remote office (proporcionada por Getty Images)" id="183" name="Google Shape;183;p18"/>
          <p:cNvPicPr preferRelativeResize="0"/>
          <p:nvPr/>
        </p:nvPicPr>
        <p:blipFill rotWithShape="1">
          <a:blip r:embed="rId2">
            <a:alphaModFix amt="12000"/>
          </a:blip>
          <a:srcRect b="7832" l="14552" r="21143" t="62285"/>
          <a:stretch/>
        </p:blipFill>
        <p:spPr>
          <a:xfrm>
            <a:off x="-4175" y="0"/>
            <a:ext cx="9152348" cy="283619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84" name="Google Shape;184;p18"/>
          <p:cNvSpPr/>
          <p:nvPr/>
        </p:nvSpPr>
        <p:spPr>
          <a:xfrm rot="-5400000">
            <a:off x="5576650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18"/>
          <p:cNvCxnSpPr/>
          <p:nvPr/>
        </p:nvCxnSpPr>
        <p:spPr>
          <a:xfrm>
            <a:off x="-8333" y="5033764"/>
            <a:ext cx="9150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8"/>
          <p:cNvSpPr/>
          <p:nvPr/>
        </p:nvSpPr>
        <p:spPr>
          <a:xfrm rot="-5400000">
            <a:off x="580647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 rot="-5400000">
            <a:off x="604047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 rot="-5400000">
            <a:off x="6270301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 rot="-5400000">
            <a:off x="6508464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 rot="-5400000">
            <a:off x="6738290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 rot="-5400000">
            <a:off x="6972290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 rot="-5400000">
            <a:off x="7202115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-5400000">
            <a:off x="743612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 rot="-5400000">
            <a:off x="767012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 rot="-5400000">
            <a:off x="7899954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 rot="-5400000">
            <a:off x="813811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 rot="-5400000">
            <a:off x="8367942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 rot="-5400000">
            <a:off x="8592492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 rot="-5400000">
            <a:off x="8817941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 rot="-5400000">
            <a:off x="2136260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 rot="-5400000">
            <a:off x="2366085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 rot="-5400000">
            <a:off x="260008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 rot="-5400000">
            <a:off x="2829911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 rot="-5400000">
            <a:off x="3068074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 rot="-5400000">
            <a:off x="3297899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 rot="-5400000">
            <a:off x="3531899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 rot="-5400000">
            <a:off x="3761725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 rot="-5400000">
            <a:off x="399573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 rot="-5400000">
            <a:off x="422973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 rot="-5400000">
            <a:off x="4459563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 rot="-5400000">
            <a:off x="469772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 rot="-5400000">
            <a:off x="4927551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 rot="-5400000">
            <a:off x="5152102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 rot="-5400000">
            <a:off x="5377551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 rot="-5400000">
            <a:off x="-23441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 rot="-5400000">
            <a:off x="206385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 rot="-5400000">
            <a:off x="44039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 rot="-5400000">
            <a:off x="67439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 rot="-5400000">
            <a:off x="904223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 rot="-5400000">
            <a:off x="114238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 rot="-5400000">
            <a:off x="1372211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 rot="-5400000">
            <a:off x="1596762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 rot="-5400000">
            <a:off x="1822211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18"/>
          <p:cNvCxnSpPr/>
          <p:nvPr/>
        </p:nvCxnSpPr>
        <p:spPr>
          <a:xfrm rot="10800000">
            <a:off x="-8367" y="5138671"/>
            <a:ext cx="9150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8"/>
          <p:cNvCxnSpPr/>
          <p:nvPr/>
        </p:nvCxnSpPr>
        <p:spPr>
          <a:xfrm>
            <a:off x="64800" y="1800"/>
            <a:ext cx="0" cy="2836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18"/>
          <p:cNvCxnSpPr/>
          <p:nvPr/>
        </p:nvCxnSpPr>
        <p:spPr>
          <a:xfrm>
            <a:off x="134125" y="1800"/>
            <a:ext cx="0" cy="2836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8"/>
          <p:cNvSpPr txBox="1"/>
          <p:nvPr>
            <p:ph type="title"/>
          </p:nvPr>
        </p:nvSpPr>
        <p:spPr>
          <a:xfrm>
            <a:off x="3744225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8" name="Google Shape;228;p18"/>
          <p:cNvSpPr txBox="1"/>
          <p:nvPr>
            <p:ph idx="2" type="title"/>
          </p:nvPr>
        </p:nvSpPr>
        <p:spPr>
          <a:xfrm>
            <a:off x="3737025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18"/>
          <p:cNvSpPr txBox="1"/>
          <p:nvPr>
            <p:ph idx="3" type="title"/>
          </p:nvPr>
        </p:nvSpPr>
        <p:spPr>
          <a:xfrm>
            <a:off x="386075" y="2113775"/>
            <a:ext cx="3249900" cy="12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230" name="Google Shape;230;p18"/>
          <p:cNvSpPr txBox="1"/>
          <p:nvPr>
            <p:ph idx="4" type="title"/>
          </p:nvPr>
        </p:nvSpPr>
        <p:spPr>
          <a:xfrm>
            <a:off x="5115825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1" name="Google Shape;231;p18"/>
          <p:cNvSpPr txBox="1"/>
          <p:nvPr>
            <p:ph idx="5" type="title"/>
          </p:nvPr>
        </p:nvSpPr>
        <p:spPr>
          <a:xfrm>
            <a:off x="5108625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2" name="Google Shape;232;p18"/>
          <p:cNvSpPr txBox="1"/>
          <p:nvPr>
            <p:ph idx="6" type="title"/>
          </p:nvPr>
        </p:nvSpPr>
        <p:spPr>
          <a:xfrm>
            <a:off x="6494625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18"/>
          <p:cNvSpPr txBox="1"/>
          <p:nvPr>
            <p:ph idx="7" type="title"/>
          </p:nvPr>
        </p:nvSpPr>
        <p:spPr>
          <a:xfrm>
            <a:off x="6487425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18"/>
          <p:cNvSpPr txBox="1"/>
          <p:nvPr>
            <p:ph idx="8" type="title"/>
          </p:nvPr>
        </p:nvSpPr>
        <p:spPr>
          <a:xfrm>
            <a:off x="7880545" y="3442425"/>
            <a:ext cx="12807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18"/>
          <p:cNvSpPr txBox="1"/>
          <p:nvPr>
            <p:ph idx="9" type="title"/>
          </p:nvPr>
        </p:nvSpPr>
        <p:spPr>
          <a:xfrm>
            <a:off x="7873425" y="3982394"/>
            <a:ext cx="12807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18"/>
          <p:cNvSpPr/>
          <p:nvPr>
            <p:ph idx="13" type="pic"/>
          </p:nvPr>
        </p:nvSpPr>
        <p:spPr>
          <a:xfrm>
            <a:off x="3744275" y="1507313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18"/>
          <p:cNvSpPr/>
          <p:nvPr>
            <p:ph idx="14" type="pic"/>
          </p:nvPr>
        </p:nvSpPr>
        <p:spPr>
          <a:xfrm>
            <a:off x="5116938" y="1507350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18"/>
          <p:cNvSpPr/>
          <p:nvPr>
            <p:ph idx="15" type="pic"/>
          </p:nvPr>
        </p:nvSpPr>
        <p:spPr>
          <a:xfrm>
            <a:off x="6488288" y="1503650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18"/>
          <p:cNvSpPr/>
          <p:nvPr>
            <p:ph idx="16" type="pic"/>
          </p:nvPr>
        </p:nvSpPr>
        <p:spPr>
          <a:xfrm>
            <a:off x="7859638" y="1507350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28">
    <p:bg>
      <p:bgPr>
        <a:solidFill>
          <a:schemeClr val="dk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>
            <p:ph idx="1" type="subTitle"/>
          </p:nvPr>
        </p:nvSpPr>
        <p:spPr>
          <a:xfrm>
            <a:off x="480725" y="3289800"/>
            <a:ext cx="2040600" cy="16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19"/>
          <p:cNvSpPr txBox="1"/>
          <p:nvPr>
            <p:ph idx="2" type="subTitle"/>
          </p:nvPr>
        </p:nvSpPr>
        <p:spPr>
          <a:xfrm>
            <a:off x="480725" y="2627025"/>
            <a:ext cx="2040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19"/>
          <p:cNvSpPr txBox="1"/>
          <p:nvPr>
            <p:ph idx="3" type="subTitle"/>
          </p:nvPr>
        </p:nvSpPr>
        <p:spPr>
          <a:xfrm>
            <a:off x="2523725" y="3667550"/>
            <a:ext cx="2040600" cy="13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19"/>
          <p:cNvSpPr txBox="1"/>
          <p:nvPr>
            <p:ph idx="4" type="subTitle"/>
          </p:nvPr>
        </p:nvSpPr>
        <p:spPr>
          <a:xfrm>
            <a:off x="2523725" y="3004775"/>
            <a:ext cx="2040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p19"/>
          <p:cNvSpPr txBox="1"/>
          <p:nvPr>
            <p:ph idx="5" type="subTitle"/>
          </p:nvPr>
        </p:nvSpPr>
        <p:spPr>
          <a:xfrm>
            <a:off x="6635175" y="3289800"/>
            <a:ext cx="2040600" cy="16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19"/>
          <p:cNvSpPr txBox="1"/>
          <p:nvPr>
            <p:ph idx="6" type="subTitle"/>
          </p:nvPr>
        </p:nvSpPr>
        <p:spPr>
          <a:xfrm>
            <a:off x="6635163" y="2627025"/>
            <a:ext cx="2040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19"/>
          <p:cNvSpPr txBox="1"/>
          <p:nvPr>
            <p:ph idx="7" type="subTitle"/>
          </p:nvPr>
        </p:nvSpPr>
        <p:spPr>
          <a:xfrm>
            <a:off x="4561925" y="3499325"/>
            <a:ext cx="2040600" cy="14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19"/>
          <p:cNvSpPr txBox="1"/>
          <p:nvPr>
            <p:ph idx="8" type="subTitle"/>
          </p:nvPr>
        </p:nvSpPr>
        <p:spPr>
          <a:xfrm>
            <a:off x="4561913" y="2836550"/>
            <a:ext cx="2040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0" name="Google Shape;250;p19"/>
          <p:cNvSpPr/>
          <p:nvPr>
            <p:ph idx="9" type="pic"/>
          </p:nvPr>
        </p:nvSpPr>
        <p:spPr>
          <a:xfrm>
            <a:off x="476225" y="506975"/>
            <a:ext cx="2040600" cy="2033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51" name="Google Shape;251;p19"/>
          <p:cNvSpPr/>
          <p:nvPr>
            <p:ph idx="13" type="pic"/>
          </p:nvPr>
        </p:nvSpPr>
        <p:spPr>
          <a:xfrm>
            <a:off x="2519150" y="894950"/>
            <a:ext cx="2036100" cy="2033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52" name="Google Shape;252;p19"/>
          <p:cNvSpPr/>
          <p:nvPr>
            <p:ph idx="14" type="pic"/>
          </p:nvPr>
        </p:nvSpPr>
        <p:spPr>
          <a:xfrm>
            <a:off x="4564175" y="341500"/>
            <a:ext cx="2036100" cy="2417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53" name="Google Shape;253;p19"/>
          <p:cNvSpPr/>
          <p:nvPr>
            <p:ph idx="15" type="pic"/>
          </p:nvPr>
        </p:nvSpPr>
        <p:spPr>
          <a:xfrm>
            <a:off x="6609200" y="763900"/>
            <a:ext cx="2089800" cy="1786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54" name="Google Shape;25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">
  <p:cSld name="CUSTOM_15">
    <p:bg>
      <p:bgPr>
        <a:solidFill>
          <a:schemeClr val="dk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20"/>
          <p:cNvGrpSpPr/>
          <p:nvPr/>
        </p:nvGrpSpPr>
        <p:grpSpPr>
          <a:xfrm rot="10800000">
            <a:off x="2906850" y="92000"/>
            <a:ext cx="142800" cy="4914850"/>
            <a:chOff x="-30475" y="94400"/>
            <a:chExt cx="142800" cy="4914850"/>
          </a:xfrm>
        </p:grpSpPr>
        <p:sp>
          <p:nvSpPr>
            <p:cNvPr id="257" name="Google Shape;257;p20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79" name="Google Shape;279;p20"/>
          <p:cNvCxnSpPr/>
          <p:nvPr/>
        </p:nvCxnSpPr>
        <p:spPr>
          <a:xfrm>
            <a:off x="3035275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ird's eye view of two men shaking hands across an office desk. " id="280" name="Google Shape;280;p20"/>
          <p:cNvPicPr preferRelativeResize="0"/>
          <p:nvPr/>
        </p:nvPicPr>
        <p:blipFill rotWithShape="1">
          <a:blip r:embed="rId2">
            <a:alphaModFix/>
          </a:blip>
          <a:srcRect b="0" l="25486" r="36552" t="0"/>
          <a:stretch/>
        </p:blipFill>
        <p:spPr>
          <a:xfrm>
            <a:off x="0" y="0"/>
            <a:ext cx="292747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0"/>
          <p:cNvSpPr/>
          <p:nvPr/>
        </p:nvSpPr>
        <p:spPr>
          <a:xfrm>
            <a:off x="7263350" y="760800"/>
            <a:ext cx="1880709" cy="3621904"/>
          </a:xfrm>
          <a:custGeom>
            <a:rect b="b" l="l" r="r" t="t"/>
            <a:pathLst>
              <a:path extrusionOk="0" h="174718" w="90724">
                <a:moveTo>
                  <a:pt x="90724" y="46241"/>
                </a:moveTo>
                <a:lnTo>
                  <a:pt x="40972" y="0"/>
                </a:lnTo>
                <a:lnTo>
                  <a:pt x="0" y="42436"/>
                </a:lnTo>
                <a:lnTo>
                  <a:pt x="46825" y="86628"/>
                </a:lnTo>
                <a:lnTo>
                  <a:pt x="292" y="130527"/>
                </a:lnTo>
                <a:lnTo>
                  <a:pt x="40972" y="174718"/>
                </a:lnTo>
                <a:lnTo>
                  <a:pt x="90724" y="127015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0"/>
          <p:cNvSpPr txBox="1"/>
          <p:nvPr>
            <p:ph type="title"/>
          </p:nvPr>
        </p:nvSpPr>
        <p:spPr>
          <a:xfrm>
            <a:off x="3308475" y="1429000"/>
            <a:ext cx="3823800" cy="31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283" name="Google Shape;283;p20"/>
          <p:cNvSpPr txBox="1"/>
          <p:nvPr>
            <p:ph idx="2" type="title"/>
          </p:nvPr>
        </p:nvSpPr>
        <p:spPr>
          <a:xfrm>
            <a:off x="3308475" y="870225"/>
            <a:ext cx="38238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4" name="Google Shape;28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CUSTOM_13">
    <p:bg>
      <p:bgPr>
        <a:solidFill>
          <a:schemeClr val="dk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man analyse investment marketing data. (proporcionada por Getty Images)" id="286" name="Google Shape;286;p21"/>
          <p:cNvPicPr preferRelativeResize="0"/>
          <p:nvPr/>
        </p:nvPicPr>
        <p:blipFill rotWithShape="1">
          <a:blip r:embed="rId2">
            <a:alphaModFix amt="20000"/>
          </a:blip>
          <a:srcRect b="1397" l="405" r="414" t="14905"/>
          <a:stretch/>
        </p:blipFill>
        <p:spPr>
          <a:xfrm>
            <a:off x="0" y="2125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/>
          <p:cNvPicPr preferRelativeResize="0"/>
          <p:nvPr/>
        </p:nvPicPr>
        <p:blipFill rotWithShape="1">
          <a:blip r:embed="rId3">
            <a:alphaModFix/>
          </a:blip>
          <a:srcRect b="19194" l="0" r="149" t="-24"/>
          <a:stretch/>
        </p:blipFill>
        <p:spPr>
          <a:xfrm rot="5400000">
            <a:off x="2003961" y="-2012250"/>
            <a:ext cx="5136077" cy="9168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21"/>
          <p:cNvGrpSpPr/>
          <p:nvPr/>
        </p:nvGrpSpPr>
        <p:grpSpPr>
          <a:xfrm>
            <a:off x="119650" y="5026834"/>
            <a:ext cx="8904707" cy="134303"/>
            <a:chOff x="18101" y="4907950"/>
            <a:chExt cx="8904707" cy="291900"/>
          </a:xfrm>
        </p:grpSpPr>
        <p:sp>
          <p:nvSpPr>
            <p:cNvPr id="289" name="Google Shape;289;p21"/>
            <p:cNvSpPr/>
            <p:nvPr/>
          </p:nvSpPr>
          <p:spPr>
            <a:xfrm rot="-5400000">
              <a:off x="55052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0" name="Google Shape;290;p21"/>
            <p:cNvSpPr/>
            <p:nvPr/>
          </p:nvSpPr>
          <p:spPr>
            <a:xfrm rot="-5400000">
              <a:off x="57350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21"/>
            <p:cNvSpPr/>
            <p:nvPr/>
          </p:nvSpPr>
          <p:spPr>
            <a:xfrm rot="-5400000">
              <a:off x="59690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21"/>
            <p:cNvSpPr/>
            <p:nvPr/>
          </p:nvSpPr>
          <p:spPr>
            <a:xfrm rot="-5400000">
              <a:off x="61989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3" name="Google Shape;293;p21"/>
            <p:cNvSpPr/>
            <p:nvPr/>
          </p:nvSpPr>
          <p:spPr>
            <a:xfrm rot="-5400000">
              <a:off x="64370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 rot="-5400000">
              <a:off x="66669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" name="Google Shape;295;p21"/>
            <p:cNvSpPr/>
            <p:nvPr/>
          </p:nvSpPr>
          <p:spPr>
            <a:xfrm rot="-5400000">
              <a:off x="69009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6" name="Google Shape;296;p21"/>
            <p:cNvSpPr/>
            <p:nvPr/>
          </p:nvSpPr>
          <p:spPr>
            <a:xfrm rot="-5400000">
              <a:off x="71307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21"/>
            <p:cNvSpPr/>
            <p:nvPr/>
          </p:nvSpPr>
          <p:spPr>
            <a:xfrm rot="-5400000">
              <a:off x="73647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21"/>
            <p:cNvSpPr/>
            <p:nvPr/>
          </p:nvSpPr>
          <p:spPr>
            <a:xfrm rot="-5400000">
              <a:off x="75987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" name="Google Shape;299;p21"/>
            <p:cNvSpPr/>
            <p:nvPr/>
          </p:nvSpPr>
          <p:spPr>
            <a:xfrm rot="-5400000">
              <a:off x="78285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21"/>
            <p:cNvSpPr/>
            <p:nvPr/>
          </p:nvSpPr>
          <p:spPr>
            <a:xfrm rot="-5400000">
              <a:off x="80667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" name="Google Shape;301;p21"/>
            <p:cNvSpPr/>
            <p:nvPr/>
          </p:nvSpPr>
          <p:spPr>
            <a:xfrm rot="-5400000">
              <a:off x="82965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" name="Google Shape;302;p21"/>
            <p:cNvSpPr/>
            <p:nvPr/>
          </p:nvSpPr>
          <p:spPr>
            <a:xfrm rot="-5400000">
              <a:off x="85202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" name="Google Shape;303;p21"/>
            <p:cNvSpPr/>
            <p:nvPr/>
          </p:nvSpPr>
          <p:spPr>
            <a:xfrm rot="-5400000">
              <a:off x="87456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" name="Google Shape;304;p21"/>
            <p:cNvSpPr/>
            <p:nvPr/>
          </p:nvSpPr>
          <p:spPr>
            <a:xfrm rot="-5400000">
              <a:off x="20648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" name="Google Shape;305;p21"/>
            <p:cNvSpPr/>
            <p:nvPr/>
          </p:nvSpPr>
          <p:spPr>
            <a:xfrm rot="-5400000">
              <a:off x="22946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" name="Google Shape;306;p21"/>
            <p:cNvSpPr/>
            <p:nvPr/>
          </p:nvSpPr>
          <p:spPr>
            <a:xfrm rot="-5400000">
              <a:off x="25286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" name="Google Shape;307;p21"/>
            <p:cNvSpPr/>
            <p:nvPr/>
          </p:nvSpPr>
          <p:spPr>
            <a:xfrm rot="-5400000">
              <a:off x="27585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" name="Google Shape;308;p21"/>
            <p:cNvSpPr/>
            <p:nvPr/>
          </p:nvSpPr>
          <p:spPr>
            <a:xfrm rot="-5400000">
              <a:off x="29966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>
              <a:off x="32265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" name="Google Shape;310;p21"/>
            <p:cNvSpPr/>
            <p:nvPr/>
          </p:nvSpPr>
          <p:spPr>
            <a:xfrm rot="-5400000">
              <a:off x="34605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" name="Google Shape;311;p21"/>
            <p:cNvSpPr/>
            <p:nvPr/>
          </p:nvSpPr>
          <p:spPr>
            <a:xfrm rot="-5400000">
              <a:off x="36903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" name="Google Shape;312;p21"/>
            <p:cNvSpPr/>
            <p:nvPr/>
          </p:nvSpPr>
          <p:spPr>
            <a:xfrm rot="-5400000">
              <a:off x="39243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3" name="Google Shape;313;p21"/>
            <p:cNvSpPr/>
            <p:nvPr/>
          </p:nvSpPr>
          <p:spPr>
            <a:xfrm rot="-5400000">
              <a:off x="41583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4" name="Google Shape;314;p21"/>
            <p:cNvSpPr/>
            <p:nvPr/>
          </p:nvSpPr>
          <p:spPr>
            <a:xfrm rot="-5400000">
              <a:off x="43881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5" name="Google Shape;315;p21"/>
            <p:cNvSpPr/>
            <p:nvPr/>
          </p:nvSpPr>
          <p:spPr>
            <a:xfrm rot="-5400000">
              <a:off x="46263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6" name="Google Shape;316;p21"/>
            <p:cNvSpPr/>
            <p:nvPr/>
          </p:nvSpPr>
          <p:spPr>
            <a:xfrm rot="-5400000">
              <a:off x="48561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" name="Google Shape;317;p21"/>
            <p:cNvSpPr/>
            <p:nvPr/>
          </p:nvSpPr>
          <p:spPr>
            <a:xfrm rot="-5400000">
              <a:off x="50798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 rot="-5400000">
              <a:off x="53052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9" name="Google Shape;319;p21"/>
            <p:cNvSpPr/>
            <p:nvPr/>
          </p:nvSpPr>
          <p:spPr>
            <a:xfrm rot="-5400000">
              <a:off x="-94849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 rot="-5400000">
              <a:off x="13497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" name="Google Shape;321;p21"/>
            <p:cNvSpPr/>
            <p:nvPr/>
          </p:nvSpPr>
          <p:spPr>
            <a:xfrm rot="-5400000">
              <a:off x="36899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" name="Google Shape;322;p21"/>
            <p:cNvSpPr/>
            <p:nvPr/>
          </p:nvSpPr>
          <p:spPr>
            <a:xfrm rot="-5400000">
              <a:off x="60299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 rot="-5400000">
              <a:off x="83281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 rot="-5400000">
              <a:off x="107098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" name="Google Shape;325;p21"/>
            <p:cNvSpPr/>
            <p:nvPr/>
          </p:nvSpPr>
          <p:spPr>
            <a:xfrm rot="-5400000">
              <a:off x="130080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" name="Google Shape;326;p21"/>
            <p:cNvSpPr/>
            <p:nvPr/>
          </p:nvSpPr>
          <p:spPr>
            <a:xfrm rot="-5400000">
              <a:off x="15244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" name="Google Shape;327;p21"/>
            <p:cNvSpPr/>
            <p:nvPr/>
          </p:nvSpPr>
          <p:spPr>
            <a:xfrm rot="-5400000">
              <a:off x="17499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8" name="Google Shape;328;p21"/>
          <p:cNvGrpSpPr/>
          <p:nvPr/>
        </p:nvGrpSpPr>
        <p:grpSpPr>
          <a:xfrm>
            <a:off x="119650" y="-16491"/>
            <a:ext cx="8904707" cy="134303"/>
            <a:chOff x="18101" y="4907950"/>
            <a:chExt cx="8904707" cy="291900"/>
          </a:xfrm>
        </p:grpSpPr>
        <p:sp>
          <p:nvSpPr>
            <p:cNvPr id="329" name="Google Shape;329;p21"/>
            <p:cNvSpPr/>
            <p:nvPr/>
          </p:nvSpPr>
          <p:spPr>
            <a:xfrm rot="-5400000">
              <a:off x="55052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 rot="-5400000">
              <a:off x="57350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" name="Google Shape;331;p21"/>
            <p:cNvSpPr/>
            <p:nvPr/>
          </p:nvSpPr>
          <p:spPr>
            <a:xfrm rot="-5400000">
              <a:off x="59690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 rot="-5400000">
              <a:off x="61989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" name="Google Shape;333;p21"/>
            <p:cNvSpPr/>
            <p:nvPr/>
          </p:nvSpPr>
          <p:spPr>
            <a:xfrm rot="-5400000">
              <a:off x="64370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" name="Google Shape;334;p21"/>
            <p:cNvSpPr/>
            <p:nvPr/>
          </p:nvSpPr>
          <p:spPr>
            <a:xfrm rot="-5400000">
              <a:off x="66669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" name="Google Shape;335;p21"/>
            <p:cNvSpPr/>
            <p:nvPr/>
          </p:nvSpPr>
          <p:spPr>
            <a:xfrm rot="-5400000">
              <a:off x="69009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 rot="-5400000">
              <a:off x="71307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7" name="Google Shape;337;p21"/>
            <p:cNvSpPr/>
            <p:nvPr/>
          </p:nvSpPr>
          <p:spPr>
            <a:xfrm rot="-5400000">
              <a:off x="73647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" name="Google Shape;338;p21"/>
            <p:cNvSpPr/>
            <p:nvPr/>
          </p:nvSpPr>
          <p:spPr>
            <a:xfrm rot="-5400000">
              <a:off x="75987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" name="Google Shape;339;p21"/>
            <p:cNvSpPr/>
            <p:nvPr/>
          </p:nvSpPr>
          <p:spPr>
            <a:xfrm rot="-5400000">
              <a:off x="78285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0" name="Google Shape;340;p21"/>
            <p:cNvSpPr/>
            <p:nvPr/>
          </p:nvSpPr>
          <p:spPr>
            <a:xfrm rot="-5400000">
              <a:off x="80667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1" name="Google Shape;341;p21"/>
            <p:cNvSpPr/>
            <p:nvPr/>
          </p:nvSpPr>
          <p:spPr>
            <a:xfrm rot="-5400000">
              <a:off x="82965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2" name="Google Shape;342;p21"/>
            <p:cNvSpPr/>
            <p:nvPr/>
          </p:nvSpPr>
          <p:spPr>
            <a:xfrm rot="-5400000">
              <a:off x="85202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3" name="Google Shape;343;p21"/>
            <p:cNvSpPr/>
            <p:nvPr/>
          </p:nvSpPr>
          <p:spPr>
            <a:xfrm rot="-5400000">
              <a:off x="87456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4" name="Google Shape;344;p21"/>
            <p:cNvSpPr/>
            <p:nvPr/>
          </p:nvSpPr>
          <p:spPr>
            <a:xfrm rot="-5400000">
              <a:off x="20648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5" name="Google Shape;345;p21"/>
            <p:cNvSpPr/>
            <p:nvPr/>
          </p:nvSpPr>
          <p:spPr>
            <a:xfrm rot="-5400000">
              <a:off x="22946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6" name="Google Shape;346;p21"/>
            <p:cNvSpPr/>
            <p:nvPr/>
          </p:nvSpPr>
          <p:spPr>
            <a:xfrm rot="-5400000">
              <a:off x="25286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7" name="Google Shape;347;p21"/>
            <p:cNvSpPr/>
            <p:nvPr/>
          </p:nvSpPr>
          <p:spPr>
            <a:xfrm rot="-5400000">
              <a:off x="27585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" name="Google Shape;348;p21"/>
            <p:cNvSpPr/>
            <p:nvPr/>
          </p:nvSpPr>
          <p:spPr>
            <a:xfrm rot="-5400000">
              <a:off x="29966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9" name="Google Shape;349;p21"/>
            <p:cNvSpPr/>
            <p:nvPr/>
          </p:nvSpPr>
          <p:spPr>
            <a:xfrm rot="-5400000">
              <a:off x="32265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0" name="Google Shape;350;p21"/>
            <p:cNvSpPr/>
            <p:nvPr/>
          </p:nvSpPr>
          <p:spPr>
            <a:xfrm rot="-5400000">
              <a:off x="34605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1" name="Google Shape;351;p21"/>
            <p:cNvSpPr/>
            <p:nvPr/>
          </p:nvSpPr>
          <p:spPr>
            <a:xfrm rot="-5400000">
              <a:off x="36903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2" name="Google Shape;352;p21"/>
            <p:cNvSpPr/>
            <p:nvPr/>
          </p:nvSpPr>
          <p:spPr>
            <a:xfrm rot="-5400000">
              <a:off x="39243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3" name="Google Shape;353;p21"/>
            <p:cNvSpPr/>
            <p:nvPr/>
          </p:nvSpPr>
          <p:spPr>
            <a:xfrm rot="-5400000">
              <a:off x="41583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4" name="Google Shape;354;p21"/>
            <p:cNvSpPr/>
            <p:nvPr/>
          </p:nvSpPr>
          <p:spPr>
            <a:xfrm rot="-5400000">
              <a:off x="43881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5" name="Google Shape;355;p21"/>
            <p:cNvSpPr/>
            <p:nvPr/>
          </p:nvSpPr>
          <p:spPr>
            <a:xfrm rot="-5400000">
              <a:off x="46263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6" name="Google Shape;356;p21"/>
            <p:cNvSpPr/>
            <p:nvPr/>
          </p:nvSpPr>
          <p:spPr>
            <a:xfrm rot="-5400000">
              <a:off x="48561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7" name="Google Shape;357;p21"/>
            <p:cNvSpPr/>
            <p:nvPr/>
          </p:nvSpPr>
          <p:spPr>
            <a:xfrm rot="-5400000">
              <a:off x="50798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8" name="Google Shape;358;p21"/>
            <p:cNvSpPr/>
            <p:nvPr/>
          </p:nvSpPr>
          <p:spPr>
            <a:xfrm rot="-5400000">
              <a:off x="53052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9" name="Google Shape;359;p21"/>
            <p:cNvSpPr/>
            <p:nvPr/>
          </p:nvSpPr>
          <p:spPr>
            <a:xfrm rot="-5400000">
              <a:off x="-94849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0" name="Google Shape;360;p21"/>
            <p:cNvSpPr/>
            <p:nvPr/>
          </p:nvSpPr>
          <p:spPr>
            <a:xfrm rot="-5400000">
              <a:off x="13497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1" name="Google Shape;361;p21"/>
            <p:cNvSpPr/>
            <p:nvPr/>
          </p:nvSpPr>
          <p:spPr>
            <a:xfrm rot="-5400000">
              <a:off x="36899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2" name="Google Shape;362;p21"/>
            <p:cNvSpPr/>
            <p:nvPr/>
          </p:nvSpPr>
          <p:spPr>
            <a:xfrm rot="-5400000">
              <a:off x="60299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 rot="-5400000">
              <a:off x="83281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4" name="Google Shape;364;p21"/>
            <p:cNvSpPr/>
            <p:nvPr/>
          </p:nvSpPr>
          <p:spPr>
            <a:xfrm rot="-5400000">
              <a:off x="107098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5" name="Google Shape;365;p21"/>
            <p:cNvSpPr/>
            <p:nvPr/>
          </p:nvSpPr>
          <p:spPr>
            <a:xfrm rot="-5400000">
              <a:off x="130080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 rot="-5400000">
              <a:off x="15244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1"/>
            <p:cNvSpPr/>
            <p:nvPr/>
          </p:nvSpPr>
          <p:spPr>
            <a:xfrm rot="-5400000">
              <a:off x="17499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68" name="Google Shape;368;p21"/>
          <p:cNvSpPr/>
          <p:nvPr/>
        </p:nvSpPr>
        <p:spPr>
          <a:xfrm>
            <a:off x="7285600" y="321925"/>
            <a:ext cx="1858400" cy="4506975"/>
          </a:xfrm>
          <a:custGeom>
            <a:rect b="b" l="l" r="r" t="t"/>
            <a:pathLst>
              <a:path extrusionOk="0" h="180279" w="74336">
                <a:moveTo>
                  <a:pt x="74336" y="29266"/>
                </a:moveTo>
                <a:lnTo>
                  <a:pt x="42436" y="0"/>
                </a:lnTo>
                <a:lnTo>
                  <a:pt x="0" y="44777"/>
                </a:lnTo>
                <a:lnTo>
                  <a:pt x="48582" y="90432"/>
                </a:lnTo>
                <a:lnTo>
                  <a:pt x="586" y="135502"/>
                </a:lnTo>
                <a:lnTo>
                  <a:pt x="42729" y="180279"/>
                </a:lnTo>
                <a:lnTo>
                  <a:pt x="74043" y="15072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1"/>
          <p:cNvSpPr txBox="1"/>
          <p:nvPr>
            <p:ph type="title"/>
          </p:nvPr>
        </p:nvSpPr>
        <p:spPr>
          <a:xfrm>
            <a:off x="386075" y="1838350"/>
            <a:ext cx="8119500" cy="23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370" name="Google Shape;370;p21"/>
          <p:cNvSpPr txBox="1"/>
          <p:nvPr>
            <p:ph idx="2" type="title"/>
          </p:nvPr>
        </p:nvSpPr>
        <p:spPr>
          <a:xfrm>
            <a:off x="406400" y="1090150"/>
            <a:ext cx="81195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cxnSp>
        <p:nvCxnSpPr>
          <p:cNvPr id="371" name="Google Shape;371;p21"/>
          <p:cNvCxnSpPr/>
          <p:nvPr/>
        </p:nvCxnSpPr>
        <p:spPr>
          <a:xfrm>
            <a:off x="481950" y="1664350"/>
            <a:ext cx="8023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">
  <p:cSld name="CUSTOM_17">
    <p:bg>
      <p:bgPr>
        <a:solidFill>
          <a:schemeClr val="accent4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Google Shape;374;p22"/>
          <p:cNvCxnSpPr/>
          <p:nvPr/>
        </p:nvCxnSpPr>
        <p:spPr>
          <a:xfrm>
            <a:off x="481825" y="4327500"/>
            <a:ext cx="8182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22"/>
          <p:cNvSpPr txBox="1"/>
          <p:nvPr>
            <p:ph idx="1" type="subTitle"/>
          </p:nvPr>
        </p:nvSpPr>
        <p:spPr>
          <a:xfrm>
            <a:off x="474950" y="4494125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76" name="Google Shape;376;p22"/>
          <p:cNvSpPr txBox="1"/>
          <p:nvPr>
            <p:ph idx="2" type="subTitle"/>
          </p:nvPr>
        </p:nvSpPr>
        <p:spPr>
          <a:xfrm>
            <a:off x="6449125" y="4494125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77" name="Google Shape;377;p22"/>
          <p:cNvSpPr txBox="1"/>
          <p:nvPr>
            <p:ph idx="3" type="subTitle"/>
          </p:nvPr>
        </p:nvSpPr>
        <p:spPr>
          <a:xfrm>
            <a:off x="2833825" y="2945813"/>
            <a:ext cx="33873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78" name="Google Shape;378;p22"/>
          <p:cNvSpPr txBox="1"/>
          <p:nvPr>
            <p:ph idx="4" type="subTitle"/>
          </p:nvPr>
        </p:nvSpPr>
        <p:spPr>
          <a:xfrm>
            <a:off x="2833825" y="2433357"/>
            <a:ext cx="33873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79" name="Google Shape;379;p22"/>
          <p:cNvSpPr txBox="1"/>
          <p:nvPr>
            <p:ph idx="5" type="subTitle"/>
          </p:nvPr>
        </p:nvSpPr>
        <p:spPr>
          <a:xfrm>
            <a:off x="2833825" y="1901013"/>
            <a:ext cx="33873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80" name="Google Shape;380;p22"/>
          <p:cNvSpPr txBox="1"/>
          <p:nvPr>
            <p:ph idx="6" type="subTitle"/>
          </p:nvPr>
        </p:nvSpPr>
        <p:spPr>
          <a:xfrm>
            <a:off x="1021000" y="2945817"/>
            <a:ext cx="14478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9pPr>
          </a:lstStyle>
          <a:p/>
        </p:txBody>
      </p:sp>
      <p:sp>
        <p:nvSpPr>
          <p:cNvPr id="381" name="Google Shape;381;p22"/>
          <p:cNvSpPr txBox="1"/>
          <p:nvPr>
            <p:ph idx="7" type="subTitle"/>
          </p:nvPr>
        </p:nvSpPr>
        <p:spPr>
          <a:xfrm>
            <a:off x="1021000" y="2433359"/>
            <a:ext cx="14478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9pPr>
          </a:lstStyle>
          <a:p/>
        </p:txBody>
      </p:sp>
      <p:sp>
        <p:nvSpPr>
          <p:cNvPr id="382" name="Google Shape;382;p22"/>
          <p:cNvSpPr txBox="1"/>
          <p:nvPr>
            <p:ph idx="8" type="subTitle"/>
          </p:nvPr>
        </p:nvSpPr>
        <p:spPr>
          <a:xfrm>
            <a:off x="1021000" y="1901013"/>
            <a:ext cx="14478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9pPr>
          </a:lstStyle>
          <a:p/>
        </p:txBody>
      </p:sp>
      <p:sp>
        <p:nvSpPr>
          <p:cNvPr id="383" name="Google Shape;383;p22"/>
          <p:cNvSpPr txBox="1"/>
          <p:nvPr>
            <p:ph idx="9" type="subTitle"/>
          </p:nvPr>
        </p:nvSpPr>
        <p:spPr>
          <a:xfrm>
            <a:off x="6535225" y="301550"/>
            <a:ext cx="2129100" cy="711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84" name="Google Shape;384;p22"/>
          <p:cNvSpPr txBox="1"/>
          <p:nvPr>
            <p:ph type="ctrTitle"/>
          </p:nvPr>
        </p:nvSpPr>
        <p:spPr>
          <a:xfrm>
            <a:off x="403275" y="301550"/>
            <a:ext cx="60735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5" name="Google Shape;385;p22"/>
          <p:cNvSpPr txBox="1"/>
          <p:nvPr>
            <p:ph idx="13" type="title"/>
          </p:nvPr>
        </p:nvSpPr>
        <p:spPr>
          <a:xfrm>
            <a:off x="442125" y="1880638"/>
            <a:ext cx="519300" cy="51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lexandria Black"/>
              <a:buNone/>
              <a:defRPr sz="4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386" name="Google Shape;386;p22"/>
          <p:cNvSpPr txBox="1"/>
          <p:nvPr>
            <p:ph idx="14" type="title"/>
          </p:nvPr>
        </p:nvSpPr>
        <p:spPr>
          <a:xfrm>
            <a:off x="442125" y="2414038"/>
            <a:ext cx="519300" cy="51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lexandria Black"/>
              <a:buNone/>
              <a:defRPr sz="4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387" name="Google Shape;387;p22"/>
          <p:cNvSpPr txBox="1"/>
          <p:nvPr>
            <p:ph idx="15" type="title"/>
          </p:nvPr>
        </p:nvSpPr>
        <p:spPr>
          <a:xfrm>
            <a:off x="442125" y="2947438"/>
            <a:ext cx="519300" cy="51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lexandria Black"/>
              <a:buNone/>
              <a:defRPr sz="4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388" name="Google Shape;38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">
  <p:cSld name="CUSTOM_17_1">
    <p:bg>
      <p:bgPr>
        <a:solidFill>
          <a:schemeClr val="dk1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0" name="Google Shape;390;p23"/>
          <p:cNvCxnSpPr/>
          <p:nvPr/>
        </p:nvCxnSpPr>
        <p:spPr>
          <a:xfrm>
            <a:off x="481825" y="4327500"/>
            <a:ext cx="8182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23"/>
          <p:cNvSpPr txBox="1"/>
          <p:nvPr>
            <p:ph idx="1" type="subTitle"/>
          </p:nvPr>
        </p:nvSpPr>
        <p:spPr>
          <a:xfrm>
            <a:off x="474950" y="4494125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2" name="Google Shape;392;p23"/>
          <p:cNvSpPr txBox="1"/>
          <p:nvPr>
            <p:ph idx="2" type="subTitle"/>
          </p:nvPr>
        </p:nvSpPr>
        <p:spPr>
          <a:xfrm>
            <a:off x="6456875" y="4494125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3" name="Google Shape;393;p23"/>
          <p:cNvSpPr txBox="1"/>
          <p:nvPr>
            <p:ph idx="3" type="subTitle"/>
          </p:nvPr>
        </p:nvSpPr>
        <p:spPr>
          <a:xfrm>
            <a:off x="512600" y="1839000"/>
            <a:ext cx="2961900" cy="305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94" name="Google Shape;394;p23"/>
          <p:cNvSpPr txBox="1"/>
          <p:nvPr>
            <p:ph idx="4" type="subTitle"/>
          </p:nvPr>
        </p:nvSpPr>
        <p:spPr>
          <a:xfrm>
            <a:off x="6665125" y="295825"/>
            <a:ext cx="1999200" cy="717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5" name="Google Shape;395;p23"/>
          <p:cNvSpPr txBox="1"/>
          <p:nvPr>
            <p:ph type="ctrTitle"/>
          </p:nvPr>
        </p:nvSpPr>
        <p:spPr>
          <a:xfrm>
            <a:off x="403275" y="313225"/>
            <a:ext cx="62472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6" name="Google Shape;396;p23"/>
          <p:cNvSpPr txBox="1"/>
          <p:nvPr>
            <p:ph idx="5" type="subTitle"/>
          </p:nvPr>
        </p:nvSpPr>
        <p:spPr>
          <a:xfrm>
            <a:off x="512600" y="13071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23"/>
          <p:cNvSpPr txBox="1"/>
          <p:nvPr>
            <p:ph idx="6" type="subTitle"/>
          </p:nvPr>
        </p:nvSpPr>
        <p:spPr>
          <a:xfrm>
            <a:off x="512600" y="2715295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98" name="Google Shape;398;p23"/>
          <p:cNvSpPr txBox="1"/>
          <p:nvPr>
            <p:ph idx="7" type="subTitle"/>
          </p:nvPr>
        </p:nvSpPr>
        <p:spPr>
          <a:xfrm>
            <a:off x="512600" y="21834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9" name="Google Shape;399;p23"/>
          <p:cNvSpPr txBox="1"/>
          <p:nvPr>
            <p:ph idx="8" type="subTitle"/>
          </p:nvPr>
        </p:nvSpPr>
        <p:spPr>
          <a:xfrm>
            <a:off x="512600" y="3605552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00" name="Google Shape;400;p23"/>
          <p:cNvSpPr txBox="1"/>
          <p:nvPr>
            <p:ph idx="9" type="subTitle"/>
          </p:nvPr>
        </p:nvSpPr>
        <p:spPr>
          <a:xfrm>
            <a:off x="512600" y="3063525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1" name="Google Shape;401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">
  <p:cSld name="CUSTOM_25">
    <p:bg>
      <p:bgPr>
        <a:solidFill>
          <a:schemeClr val="dk1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"/>
          <p:cNvSpPr/>
          <p:nvPr>
            <p:ph idx="2" type="pic"/>
          </p:nvPr>
        </p:nvSpPr>
        <p:spPr>
          <a:xfrm>
            <a:off x="3717525" y="50"/>
            <a:ext cx="5426400" cy="5143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04" name="Google Shape;404;p24"/>
          <p:cNvCxnSpPr/>
          <p:nvPr/>
        </p:nvCxnSpPr>
        <p:spPr>
          <a:xfrm rot="10800000">
            <a:off x="3658750" y="16700"/>
            <a:ext cx="0" cy="5129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24"/>
          <p:cNvCxnSpPr/>
          <p:nvPr/>
        </p:nvCxnSpPr>
        <p:spPr>
          <a:xfrm rot="10800000">
            <a:off x="3589425" y="16700"/>
            <a:ext cx="0" cy="5129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24"/>
          <p:cNvSpPr/>
          <p:nvPr/>
        </p:nvSpPr>
        <p:spPr>
          <a:xfrm>
            <a:off x="-45675" y="102750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7" name="Google Shape;407;p24"/>
          <p:cNvCxnSpPr/>
          <p:nvPr/>
        </p:nvCxnSpPr>
        <p:spPr>
          <a:xfrm>
            <a:off x="207575" y="78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24"/>
          <p:cNvSpPr/>
          <p:nvPr/>
        </p:nvSpPr>
        <p:spPr>
          <a:xfrm>
            <a:off x="-45675" y="332576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-45675" y="56657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-45675" y="796403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-45675" y="1034566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-45675" y="1264392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-45675" y="1498393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-45675" y="1728219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-45675" y="1962233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-45675" y="2196234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-45675" y="2426060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-45675" y="2655873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-45675" y="2885699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-47475" y="3111150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-47475" y="3336600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-45675" y="3551202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-45675" y="3781028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-45675" y="4019191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-45675" y="424901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-45675" y="4483018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-45675" y="4712844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-45675" y="4946858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4"/>
          <p:cNvSpPr txBox="1"/>
          <p:nvPr>
            <p:ph type="ctrTitle"/>
          </p:nvPr>
        </p:nvSpPr>
        <p:spPr>
          <a:xfrm>
            <a:off x="373950" y="2935275"/>
            <a:ext cx="2341500" cy="17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0" name="Google Shape;430;p24"/>
          <p:cNvSpPr txBox="1"/>
          <p:nvPr>
            <p:ph idx="3" type="title"/>
          </p:nvPr>
        </p:nvSpPr>
        <p:spPr>
          <a:xfrm>
            <a:off x="373950" y="356475"/>
            <a:ext cx="2341500" cy="13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31" name="Google Shape;43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CUSTOM_23">
    <p:bg>
      <p:bgPr>
        <a:solidFill>
          <a:schemeClr val="dk1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25"/>
          <p:cNvCxnSpPr/>
          <p:nvPr/>
        </p:nvCxnSpPr>
        <p:spPr>
          <a:xfrm>
            <a:off x="9038175" y="-105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25"/>
          <p:cNvCxnSpPr/>
          <p:nvPr/>
        </p:nvCxnSpPr>
        <p:spPr>
          <a:xfrm>
            <a:off x="4674375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5" name="Google Shape;435;p25"/>
          <p:cNvGrpSpPr/>
          <p:nvPr/>
        </p:nvGrpSpPr>
        <p:grpSpPr>
          <a:xfrm rot="10800000">
            <a:off x="4653775" y="91898"/>
            <a:ext cx="142800" cy="4753151"/>
            <a:chOff x="-30475" y="94400"/>
            <a:chExt cx="142800" cy="4914850"/>
          </a:xfrm>
        </p:grpSpPr>
        <p:sp>
          <p:nvSpPr>
            <p:cNvPr id="436" name="Google Shape;436;p25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7" name="Google Shape;437;p25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8" name="Google Shape;438;p25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9" name="Google Shape;439;p25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0" name="Google Shape;440;p25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1" name="Google Shape;441;p25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4" name="Google Shape;444;p25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6" name="Google Shape;446;p25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9" name="Google Shape;449;p25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0" name="Google Shape;450;p25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3" name="Google Shape;453;p25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4" name="Google Shape;454;p25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5" name="Google Shape;455;p25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458" name="Google Shape;458;p25"/>
          <p:cNvCxnSpPr/>
          <p:nvPr/>
        </p:nvCxnSpPr>
        <p:spPr>
          <a:xfrm>
            <a:off x="4782200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25"/>
          <p:cNvSpPr/>
          <p:nvPr/>
        </p:nvSpPr>
        <p:spPr>
          <a:xfrm rot="10800000">
            <a:off x="4654670" y="5035574"/>
            <a:ext cx="141000" cy="603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5"/>
          <p:cNvSpPr txBox="1"/>
          <p:nvPr>
            <p:ph type="ctrTitle"/>
          </p:nvPr>
        </p:nvSpPr>
        <p:spPr>
          <a:xfrm>
            <a:off x="173275" y="4180150"/>
            <a:ext cx="43725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1" name="Google Shape;461;p25"/>
          <p:cNvSpPr txBox="1"/>
          <p:nvPr>
            <p:ph idx="2" type="title"/>
          </p:nvPr>
        </p:nvSpPr>
        <p:spPr>
          <a:xfrm>
            <a:off x="5064975" y="1429000"/>
            <a:ext cx="3823800" cy="31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62" name="Google Shape;462;p25"/>
          <p:cNvSpPr txBox="1"/>
          <p:nvPr>
            <p:ph idx="3" type="title"/>
          </p:nvPr>
        </p:nvSpPr>
        <p:spPr>
          <a:xfrm>
            <a:off x="5064975" y="1013500"/>
            <a:ext cx="31719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463" name="Google Shape;463;p25"/>
          <p:cNvSpPr/>
          <p:nvPr>
            <p:ph idx="4" type="pic"/>
          </p:nvPr>
        </p:nvSpPr>
        <p:spPr>
          <a:xfrm>
            <a:off x="0" y="50"/>
            <a:ext cx="4677300" cy="39279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CUSTOM_22">
    <p:bg>
      <p:bgPr>
        <a:solidFill>
          <a:schemeClr val="dk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/>
          <p:cNvSpPr/>
          <p:nvPr/>
        </p:nvSpPr>
        <p:spPr>
          <a:xfrm>
            <a:off x="0" y="0"/>
            <a:ext cx="3556375" cy="2726050"/>
          </a:xfrm>
          <a:custGeom>
            <a:rect b="b" l="l" r="r" t="t"/>
            <a:pathLst>
              <a:path extrusionOk="0" h="109042" w="142255">
                <a:moveTo>
                  <a:pt x="142255" y="0"/>
                </a:moveTo>
                <a:lnTo>
                  <a:pt x="142255" y="30567"/>
                </a:lnTo>
                <a:lnTo>
                  <a:pt x="57901" y="30567"/>
                </a:lnTo>
                <a:lnTo>
                  <a:pt x="57901" y="109042"/>
                </a:lnTo>
                <a:lnTo>
                  <a:pt x="0" y="109042"/>
                </a:lnTo>
                <a:lnTo>
                  <a:pt x="0" y="29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cxnSp>
        <p:nvCxnSpPr>
          <p:cNvPr id="467" name="Google Shape;467;p26"/>
          <p:cNvCxnSpPr/>
          <p:nvPr/>
        </p:nvCxnSpPr>
        <p:spPr>
          <a:xfrm>
            <a:off x="-2125" y="3932775"/>
            <a:ext cx="9127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26"/>
          <p:cNvCxnSpPr/>
          <p:nvPr/>
        </p:nvCxnSpPr>
        <p:spPr>
          <a:xfrm>
            <a:off x="207575" y="78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26"/>
          <p:cNvSpPr/>
          <p:nvPr/>
        </p:nvSpPr>
        <p:spPr>
          <a:xfrm>
            <a:off x="-35239" y="205725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-35239" y="439726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-35239" y="669551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-35239" y="907714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-35239" y="113754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-35239" y="137154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-35239" y="1601366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-35239" y="183538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-35239" y="206938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-35239" y="2299206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-35239" y="2537369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-35239" y="2767194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-36950" y="2992645"/>
            <a:ext cx="2775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-36950" y="3218095"/>
            <a:ext cx="2775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-35239" y="3432696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-35239" y="3662522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-35239" y="413051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-35239" y="4364511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-35239" y="4594337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-35239" y="482835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-35239" y="506235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6"/>
          <p:cNvSpPr txBox="1"/>
          <p:nvPr>
            <p:ph type="ctrTitle"/>
          </p:nvPr>
        </p:nvSpPr>
        <p:spPr>
          <a:xfrm>
            <a:off x="389575" y="2192625"/>
            <a:ext cx="3175500" cy="17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1" name="Google Shape;491;p26"/>
          <p:cNvSpPr txBox="1"/>
          <p:nvPr>
            <p:ph idx="2" type="ctrTitle"/>
          </p:nvPr>
        </p:nvSpPr>
        <p:spPr>
          <a:xfrm>
            <a:off x="2653850" y="386625"/>
            <a:ext cx="1639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2" name="Google Shape;492;p26"/>
          <p:cNvSpPr txBox="1"/>
          <p:nvPr>
            <p:ph idx="3" type="ctrTitle"/>
          </p:nvPr>
        </p:nvSpPr>
        <p:spPr>
          <a:xfrm>
            <a:off x="6091950" y="4073500"/>
            <a:ext cx="1639500" cy="8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3" name="Google Shape;493;p26"/>
          <p:cNvSpPr/>
          <p:nvPr>
            <p:ph idx="4" type="pic"/>
          </p:nvPr>
        </p:nvSpPr>
        <p:spPr>
          <a:xfrm>
            <a:off x="4434200" y="482600"/>
            <a:ext cx="4709700" cy="2809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494" name="Google Shape;494;p26"/>
          <p:cNvSpPr/>
          <p:nvPr>
            <p:ph idx="5" type="pic"/>
          </p:nvPr>
        </p:nvSpPr>
        <p:spPr>
          <a:xfrm>
            <a:off x="3565050" y="1963225"/>
            <a:ext cx="2287800" cy="3180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495" name="Google Shape;49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29">
    <p:bg>
      <p:bgPr>
        <a:solidFill>
          <a:schemeClr val="accent4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7"/>
          <p:cNvSpPr txBox="1"/>
          <p:nvPr>
            <p:ph type="title"/>
          </p:nvPr>
        </p:nvSpPr>
        <p:spPr>
          <a:xfrm>
            <a:off x="4102975" y="345250"/>
            <a:ext cx="47754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498" name="Google Shape;498;p27"/>
          <p:cNvSpPr txBox="1"/>
          <p:nvPr>
            <p:ph idx="1" type="subTitle"/>
          </p:nvPr>
        </p:nvSpPr>
        <p:spPr>
          <a:xfrm>
            <a:off x="4249200" y="2277125"/>
            <a:ext cx="40134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499" name="Google Shape;499;p27"/>
          <p:cNvSpPr txBox="1"/>
          <p:nvPr>
            <p:ph idx="2" type="subTitle"/>
          </p:nvPr>
        </p:nvSpPr>
        <p:spPr>
          <a:xfrm>
            <a:off x="4249200" y="3158475"/>
            <a:ext cx="40134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00" name="Google Shape;500;p27"/>
          <p:cNvSpPr txBox="1"/>
          <p:nvPr>
            <p:ph idx="3" type="subTitle"/>
          </p:nvPr>
        </p:nvSpPr>
        <p:spPr>
          <a:xfrm>
            <a:off x="4249200" y="4069225"/>
            <a:ext cx="40134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01" name="Google Shape;501;p27"/>
          <p:cNvSpPr/>
          <p:nvPr>
            <p:ph idx="4" type="pic"/>
          </p:nvPr>
        </p:nvSpPr>
        <p:spPr>
          <a:xfrm>
            <a:off x="0" y="0"/>
            <a:ext cx="3696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02" name="Google Shape;50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CUSTOM_24">
    <p:bg>
      <p:bgPr>
        <a:solidFill>
          <a:schemeClr val="dk1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28"/>
          <p:cNvGrpSpPr/>
          <p:nvPr/>
        </p:nvGrpSpPr>
        <p:grpSpPr>
          <a:xfrm rot="10800000">
            <a:off x="3586702" y="105475"/>
            <a:ext cx="176172" cy="4914850"/>
            <a:chOff x="-30475" y="94400"/>
            <a:chExt cx="142800" cy="4914850"/>
          </a:xfrm>
        </p:grpSpPr>
        <p:sp>
          <p:nvSpPr>
            <p:cNvPr id="505" name="Google Shape;505;p28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1" name="Google Shape;511;p28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2" name="Google Shape;512;p28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8" name="Google Shape;518;p28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9" name="Google Shape;519;p28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1" name="Google Shape;521;p28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2" name="Google Shape;522;p28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3" name="Google Shape;523;p28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6" name="Google Shape;526;p28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527" name="Google Shape;527;p28"/>
          <p:cNvCxnSpPr/>
          <p:nvPr/>
        </p:nvCxnSpPr>
        <p:spPr>
          <a:xfrm>
            <a:off x="3742725" y="-43050"/>
            <a:ext cx="0" cy="520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28"/>
          <p:cNvSpPr txBox="1"/>
          <p:nvPr>
            <p:ph type="ctrTitle"/>
          </p:nvPr>
        </p:nvSpPr>
        <p:spPr>
          <a:xfrm>
            <a:off x="4151575" y="361300"/>
            <a:ext cx="4333500" cy="16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9" name="Google Shape;529;p28"/>
          <p:cNvSpPr txBox="1"/>
          <p:nvPr>
            <p:ph idx="1" type="subTitle"/>
          </p:nvPr>
        </p:nvSpPr>
        <p:spPr>
          <a:xfrm>
            <a:off x="4151575" y="2693925"/>
            <a:ext cx="38211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0" name="Google Shape;530;p28"/>
          <p:cNvSpPr txBox="1"/>
          <p:nvPr>
            <p:ph idx="2" type="subTitle"/>
          </p:nvPr>
        </p:nvSpPr>
        <p:spPr>
          <a:xfrm>
            <a:off x="4151575" y="3427675"/>
            <a:ext cx="3821100" cy="4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1" name="Google Shape;531;p28"/>
          <p:cNvSpPr txBox="1"/>
          <p:nvPr>
            <p:ph idx="3" type="subTitle"/>
          </p:nvPr>
        </p:nvSpPr>
        <p:spPr>
          <a:xfrm>
            <a:off x="4151575" y="3758225"/>
            <a:ext cx="3821100" cy="12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2" name="Google Shape;532;p28"/>
          <p:cNvSpPr/>
          <p:nvPr>
            <p:ph idx="4" type="pic"/>
          </p:nvPr>
        </p:nvSpPr>
        <p:spPr>
          <a:xfrm>
            <a:off x="0" y="0"/>
            <a:ext cx="3614400" cy="5151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33" name="Google Shape;53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19">
    <p:bg>
      <p:bgPr>
        <a:solidFill>
          <a:schemeClr val="dk1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29"/>
          <p:cNvPicPr preferRelativeResize="0"/>
          <p:nvPr/>
        </p:nvPicPr>
        <p:blipFill rotWithShape="1">
          <a:blip r:embed="rId2">
            <a:alphaModFix amt="13000"/>
          </a:blip>
          <a:srcRect b="15408" l="8323" r="12781" t="18005"/>
          <a:stretch/>
        </p:blipFill>
        <p:spPr>
          <a:xfrm>
            <a:off x="825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6" name="Google Shape;536;p29"/>
          <p:cNvGrpSpPr/>
          <p:nvPr/>
        </p:nvGrpSpPr>
        <p:grpSpPr>
          <a:xfrm rot="10800000">
            <a:off x="136143" y="4912883"/>
            <a:ext cx="8875307" cy="265133"/>
            <a:chOff x="47501" y="4907950"/>
            <a:chExt cx="8875307" cy="291900"/>
          </a:xfrm>
        </p:grpSpPr>
        <p:sp>
          <p:nvSpPr>
            <p:cNvPr id="537" name="Google Shape;537;p29"/>
            <p:cNvSpPr/>
            <p:nvPr/>
          </p:nvSpPr>
          <p:spPr>
            <a:xfrm rot="-5400000">
              <a:off x="55052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8" name="Google Shape;538;p29"/>
            <p:cNvSpPr/>
            <p:nvPr/>
          </p:nvSpPr>
          <p:spPr>
            <a:xfrm rot="-5400000">
              <a:off x="57350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9" name="Google Shape;539;p29"/>
            <p:cNvSpPr/>
            <p:nvPr/>
          </p:nvSpPr>
          <p:spPr>
            <a:xfrm rot="-5400000">
              <a:off x="59690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0" name="Google Shape;540;p29"/>
            <p:cNvSpPr/>
            <p:nvPr/>
          </p:nvSpPr>
          <p:spPr>
            <a:xfrm rot="-5400000">
              <a:off x="61989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1" name="Google Shape;541;p29"/>
            <p:cNvSpPr/>
            <p:nvPr/>
          </p:nvSpPr>
          <p:spPr>
            <a:xfrm rot="-5400000">
              <a:off x="64370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2" name="Google Shape;542;p29"/>
            <p:cNvSpPr/>
            <p:nvPr/>
          </p:nvSpPr>
          <p:spPr>
            <a:xfrm rot="-5400000">
              <a:off x="66669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3" name="Google Shape;543;p29"/>
            <p:cNvSpPr/>
            <p:nvPr/>
          </p:nvSpPr>
          <p:spPr>
            <a:xfrm rot="-5400000">
              <a:off x="69009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4" name="Google Shape;544;p29"/>
            <p:cNvSpPr/>
            <p:nvPr/>
          </p:nvSpPr>
          <p:spPr>
            <a:xfrm rot="-5400000">
              <a:off x="71307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5" name="Google Shape;545;p29"/>
            <p:cNvSpPr/>
            <p:nvPr/>
          </p:nvSpPr>
          <p:spPr>
            <a:xfrm rot="-5400000">
              <a:off x="73647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6" name="Google Shape;546;p29"/>
            <p:cNvSpPr/>
            <p:nvPr/>
          </p:nvSpPr>
          <p:spPr>
            <a:xfrm rot="-5400000">
              <a:off x="75987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7" name="Google Shape;547;p29"/>
            <p:cNvSpPr/>
            <p:nvPr/>
          </p:nvSpPr>
          <p:spPr>
            <a:xfrm rot="-5400000">
              <a:off x="78285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8" name="Google Shape;548;p29"/>
            <p:cNvSpPr/>
            <p:nvPr/>
          </p:nvSpPr>
          <p:spPr>
            <a:xfrm rot="-5400000">
              <a:off x="80667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9" name="Google Shape;549;p29"/>
            <p:cNvSpPr/>
            <p:nvPr/>
          </p:nvSpPr>
          <p:spPr>
            <a:xfrm rot="-5400000">
              <a:off x="82965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0" name="Google Shape;550;p29"/>
            <p:cNvSpPr/>
            <p:nvPr/>
          </p:nvSpPr>
          <p:spPr>
            <a:xfrm rot="-5400000">
              <a:off x="85202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1" name="Google Shape;551;p29"/>
            <p:cNvSpPr/>
            <p:nvPr/>
          </p:nvSpPr>
          <p:spPr>
            <a:xfrm rot="-5400000">
              <a:off x="87456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2" name="Google Shape;552;p29"/>
            <p:cNvSpPr/>
            <p:nvPr/>
          </p:nvSpPr>
          <p:spPr>
            <a:xfrm rot="-5400000">
              <a:off x="20648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3" name="Google Shape;553;p29"/>
            <p:cNvSpPr/>
            <p:nvPr/>
          </p:nvSpPr>
          <p:spPr>
            <a:xfrm rot="-5400000">
              <a:off x="22946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4" name="Google Shape;554;p29"/>
            <p:cNvSpPr/>
            <p:nvPr/>
          </p:nvSpPr>
          <p:spPr>
            <a:xfrm rot="-5400000">
              <a:off x="25286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5" name="Google Shape;555;p29"/>
            <p:cNvSpPr/>
            <p:nvPr/>
          </p:nvSpPr>
          <p:spPr>
            <a:xfrm rot="-5400000">
              <a:off x="27585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6" name="Google Shape;556;p29"/>
            <p:cNvSpPr/>
            <p:nvPr/>
          </p:nvSpPr>
          <p:spPr>
            <a:xfrm rot="-5400000">
              <a:off x="29966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7" name="Google Shape;557;p29"/>
            <p:cNvSpPr/>
            <p:nvPr/>
          </p:nvSpPr>
          <p:spPr>
            <a:xfrm rot="-5400000">
              <a:off x="32265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8" name="Google Shape;558;p29"/>
            <p:cNvSpPr/>
            <p:nvPr/>
          </p:nvSpPr>
          <p:spPr>
            <a:xfrm rot="-5400000">
              <a:off x="34605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9" name="Google Shape;559;p29"/>
            <p:cNvSpPr/>
            <p:nvPr/>
          </p:nvSpPr>
          <p:spPr>
            <a:xfrm rot="-5400000">
              <a:off x="36903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0" name="Google Shape;560;p29"/>
            <p:cNvSpPr/>
            <p:nvPr/>
          </p:nvSpPr>
          <p:spPr>
            <a:xfrm rot="-5400000">
              <a:off x="39243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1" name="Google Shape;561;p29"/>
            <p:cNvSpPr/>
            <p:nvPr/>
          </p:nvSpPr>
          <p:spPr>
            <a:xfrm rot="-5400000">
              <a:off x="41583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2" name="Google Shape;562;p29"/>
            <p:cNvSpPr/>
            <p:nvPr/>
          </p:nvSpPr>
          <p:spPr>
            <a:xfrm rot="-5400000">
              <a:off x="43881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3" name="Google Shape;563;p29"/>
            <p:cNvSpPr/>
            <p:nvPr/>
          </p:nvSpPr>
          <p:spPr>
            <a:xfrm rot="-5400000">
              <a:off x="46263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4" name="Google Shape;564;p29"/>
            <p:cNvSpPr/>
            <p:nvPr/>
          </p:nvSpPr>
          <p:spPr>
            <a:xfrm rot="-5400000">
              <a:off x="48561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5" name="Google Shape;565;p29"/>
            <p:cNvSpPr/>
            <p:nvPr/>
          </p:nvSpPr>
          <p:spPr>
            <a:xfrm rot="-5400000">
              <a:off x="50798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6" name="Google Shape;566;p29"/>
            <p:cNvSpPr/>
            <p:nvPr/>
          </p:nvSpPr>
          <p:spPr>
            <a:xfrm rot="-5400000">
              <a:off x="53052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7" name="Google Shape;567;p29"/>
            <p:cNvSpPr/>
            <p:nvPr/>
          </p:nvSpPr>
          <p:spPr>
            <a:xfrm rot="-5400000">
              <a:off x="-65449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8" name="Google Shape;568;p29"/>
            <p:cNvSpPr/>
            <p:nvPr/>
          </p:nvSpPr>
          <p:spPr>
            <a:xfrm rot="-5400000">
              <a:off x="16437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9" name="Google Shape;569;p29"/>
            <p:cNvSpPr/>
            <p:nvPr/>
          </p:nvSpPr>
          <p:spPr>
            <a:xfrm rot="-5400000">
              <a:off x="39839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0" name="Google Shape;570;p29"/>
            <p:cNvSpPr/>
            <p:nvPr/>
          </p:nvSpPr>
          <p:spPr>
            <a:xfrm rot="-5400000">
              <a:off x="63239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1" name="Google Shape;571;p29"/>
            <p:cNvSpPr/>
            <p:nvPr/>
          </p:nvSpPr>
          <p:spPr>
            <a:xfrm rot="-5400000">
              <a:off x="86221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2" name="Google Shape;572;p29"/>
            <p:cNvSpPr/>
            <p:nvPr/>
          </p:nvSpPr>
          <p:spPr>
            <a:xfrm rot="-5400000">
              <a:off x="110038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3" name="Google Shape;573;p29"/>
            <p:cNvSpPr/>
            <p:nvPr/>
          </p:nvSpPr>
          <p:spPr>
            <a:xfrm rot="-5400000">
              <a:off x="133020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4" name="Google Shape;574;p29"/>
            <p:cNvSpPr/>
            <p:nvPr/>
          </p:nvSpPr>
          <p:spPr>
            <a:xfrm rot="-5400000">
              <a:off x="15538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5" name="Google Shape;575;p29"/>
            <p:cNvSpPr/>
            <p:nvPr/>
          </p:nvSpPr>
          <p:spPr>
            <a:xfrm rot="-5400000">
              <a:off x="17793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576" name="Google Shape;576;p29"/>
          <p:cNvCxnSpPr/>
          <p:nvPr/>
        </p:nvCxnSpPr>
        <p:spPr>
          <a:xfrm rot="10800000">
            <a:off x="150" y="4944075"/>
            <a:ext cx="914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29"/>
          <p:cNvSpPr txBox="1"/>
          <p:nvPr>
            <p:ph type="ctrTitle"/>
          </p:nvPr>
        </p:nvSpPr>
        <p:spPr>
          <a:xfrm>
            <a:off x="4651200" y="3247750"/>
            <a:ext cx="2133000" cy="15615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8" name="Google Shape;578;p29"/>
          <p:cNvSpPr txBox="1"/>
          <p:nvPr>
            <p:ph idx="2" type="ctrTitle"/>
          </p:nvPr>
        </p:nvSpPr>
        <p:spPr>
          <a:xfrm>
            <a:off x="394350" y="361300"/>
            <a:ext cx="6115200" cy="17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9" name="Google Shape;579;p29"/>
          <p:cNvSpPr/>
          <p:nvPr>
            <p:ph idx="3" type="pic"/>
          </p:nvPr>
        </p:nvSpPr>
        <p:spPr>
          <a:xfrm>
            <a:off x="7040513" y="3285600"/>
            <a:ext cx="1484700" cy="1857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80" name="Google Shape;58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5">
  <p:cSld name="CUSTOM_18">
    <p:bg>
      <p:bgPr>
        <a:solidFill>
          <a:schemeClr val="dk1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30"/>
          <p:cNvPicPr preferRelativeResize="0"/>
          <p:nvPr/>
        </p:nvPicPr>
        <p:blipFill rotWithShape="1">
          <a:blip r:embed="rId2">
            <a:alphaModFix amt="15000"/>
          </a:blip>
          <a:srcRect b="7797" l="0" r="0" t="7804"/>
          <a:stretch/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30"/>
          <p:cNvSpPr/>
          <p:nvPr/>
        </p:nvSpPr>
        <p:spPr>
          <a:xfrm>
            <a:off x="0" y="4783450"/>
            <a:ext cx="1631225" cy="374750"/>
          </a:xfrm>
          <a:custGeom>
            <a:rect b="b" l="l" r="r" t="t"/>
            <a:pathLst>
              <a:path extrusionOk="0" h="14990" w="65249">
                <a:moveTo>
                  <a:pt x="0" y="0"/>
                </a:moveTo>
                <a:lnTo>
                  <a:pt x="65249" y="0"/>
                </a:lnTo>
                <a:lnTo>
                  <a:pt x="65249" y="1499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30"/>
          <p:cNvSpPr/>
          <p:nvPr/>
        </p:nvSpPr>
        <p:spPr>
          <a:xfrm>
            <a:off x="0" y="1337300"/>
            <a:ext cx="2601150" cy="3196325"/>
          </a:xfrm>
          <a:custGeom>
            <a:rect b="b" l="l" r="r" t="t"/>
            <a:pathLst>
              <a:path extrusionOk="0" h="127853" w="104046">
                <a:moveTo>
                  <a:pt x="0" y="84354"/>
                </a:moveTo>
                <a:lnTo>
                  <a:pt x="16459" y="84354"/>
                </a:lnTo>
                <a:lnTo>
                  <a:pt x="16459" y="127853"/>
                </a:lnTo>
                <a:lnTo>
                  <a:pt x="57313" y="127853"/>
                </a:lnTo>
                <a:lnTo>
                  <a:pt x="57313" y="83766"/>
                </a:lnTo>
                <a:lnTo>
                  <a:pt x="104046" y="83766"/>
                </a:lnTo>
                <a:lnTo>
                  <a:pt x="104046" y="43206"/>
                </a:lnTo>
                <a:lnTo>
                  <a:pt x="57313" y="43206"/>
                </a:lnTo>
                <a:lnTo>
                  <a:pt x="57313" y="0"/>
                </a:lnTo>
                <a:lnTo>
                  <a:pt x="16459" y="0"/>
                </a:lnTo>
                <a:lnTo>
                  <a:pt x="16459" y="43500"/>
                </a:lnTo>
                <a:lnTo>
                  <a:pt x="0" y="4350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30"/>
          <p:cNvSpPr/>
          <p:nvPr/>
        </p:nvSpPr>
        <p:spPr>
          <a:xfrm>
            <a:off x="-7350" y="0"/>
            <a:ext cx="3027325" cy="1491625"/>
          </a:xfrm>
          <a:custGeom>
            <a:rect b="b" l="l" r="r" t="t"/>
            <a:pathLst>
              <a:path extrusionOk="0" h="59665" w="121093">
                <a:moveTo>
                  <a:pt x="0" y="54668"/>
                </a:moveTo>
                <a:lnTo>
                  <a:pt x="38797" y="17341"/>
                </a:lnTo>
                <a:lnTo>
                  <a:pt x="83766" y="59665"/>
                </a:lnTo>
                <a:lnTo>
                  <a:pt x="121093" y="20280"/>
                </a:lnTo>
                <a:lnTo>
                  <a:pt x="99343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586" name="Google Shape;586;p30"/>
          <p:cNvCxnSpPr/>
          <p:nvPr/>
        </p:nvCxnSpPr>
        <p:spPr>
          <a:xfrm>
            <a:off x="3004700" y="2404100"/>
            <a:ext cx="5426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30"/>
          <p:cNvCxnSpPr/>
          <p:nvPr/>
        </p:nvCxnSpPr>
        <p:spPr>
          <a:xfrm>
            <a:off x="3004700" y="3431250"/>
            <a:ext cx="5426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p30"/>
          <p:cNvSpPr txBox="1"/>
          <p:nvPr>
            <p:ph type="ctrTitle"/>
          </p:nvPr>
        </p:nvSpPr>
        <p:spPr>
          <a:xfrm>
            <a:off x="3004700" y="1281450"/>
            <a:ext cx="5529300" cy="1002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89" name="Google Shape;589;p30"/>
          <p:cNvSpPr txBox="1"/>
          <p:nvPr>
            <p:ph idx="2" type="ctrTitle"/>
          </p:nvPr>
        </p:nvSpPr>
        <p:spPr>
          <a:xfrm>
            <a:off x="3004700" y="2404100"/>
            <a:ext cx="5382000" cy="10023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90" name="Google Shape;590;p30"/>
          <p:cNvSpPr txBox="1"/>
          <p:nvPr>
            <p:ph idx="3" type="ctrTitle"/>
          </p:nvPr>
        </p:nvSpPr>
        <p:spPr>
          <a:xfrm>
            <a:off x="3004700" y="3647175"/>
            <a:ext cx="5382000" cy="12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91" name="Google Shape;591;p30"/>
          <p:cNvSpPr/>
          <p:nvPr>
            <p:ph idx="4" type="pic"/>
          </p:nvPr>
        </p:nvSpPr>
        <p:spPr>
          <a:xfrm>
            <a:off x="-7350" y="0"/>
            <a:ext cx="2265600" cy="5151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92" name="Google Shape;59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6">
  <p:cSld name="CUSTOM_30">
    <p:bg>
      <p:bgPr>
        <a:solidFill>
          <a:schemeClr val="accent5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1"/>
          <p:cNvSpPr/>
          <p:nvPr/>
        </p:nvSpPr>
        <p:spPr>
          <a:xfrm>
            <a:off x="0" y="1097950"/>
            <a:ext cx="9144000" cy="404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31"/>
          <p:cNvSpPr txBox="1"/>
          <p:nvPr>
            <p:ph idx="1" type="subTitle"/>
          </p:nvPr>
        </p:nvSpPr>
        <p:spPr>
          <a:xfrm>
            <a:off x="480725" y="4023925"/>
            <a:ext cx="1994400" cy="718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96" name="Google Shape;596;p31"/>
          <p:cNvSpPr txBox="1"/>
          <p:nvPr>
            <p:ph idx="2" type="subTitle"/>
          </p:nvPr>
        </p:nvSpPr>
        <p:spPr>
          <a:xfrm>
            <a:off x="480725" y="3763975"/>
            <a:ext cx="19944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97" name="Google Shape;597;p31"/>
          <p:cNvSpPr txBox="1"/>
          <p:nvPr>
            <p:ph type="title"/>
          </p:nvPr>
        </p:nvSpPr>
        <p:spPr>
          <a:xfrm>
            <a:off x="480725" y="3391425"/>
            <a:ext cx="9006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98" name="Google Shape;598;p31"/>
          <p:cNvSpPr txBox="1"/>
          <p:nvPr>
            <p:ph idx="3" type="subTitle"/>
          </p:nvPr>
        </p:nvSpPr>
        <p:spPr>
          <a:xfrm>
            <a:off x="3600125" y="2021525"/>
            <a:ext cx="1994400" cy="718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99" name="Google Shape;599;p31"/>
          <p:cNvSpPr txBox="1"/>
          <p:nvPr>
            <p:ph idx="4" type="subTitle"/>
          </p:nvPr>
        </p:nvSpPr>
        <p:spPr>
          <a:xfrm>
            <a:off x="3600125" y="1761575"/>
            <a:ext cx="19944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00" name="Google Shape;600;p31"/>
          <p:cNvSpPr txBox="1"/>
          <p:nvPr>
            <p:ph idx="5" type="title"/>
          </p:nvPr>
        </p:nvSpPr>
        <p:spPr>
          <a:xfrm>
            <a:off x="3600125" y="1389025"/>
            <a:ext cx="9006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01" name="Google Shape;601;p31"/>
          <p:cNvSpPr txBox="1"/>
          <p:nvPr>
            <p:ph idx="6" type="subTitle"/>
          </p:nvPr>
        </p:nvSpPr>
        <p:spPr>
          <a:xfrm>
            <a:off x="6530750" y="4026313"/>
            <a:ext cx="1994400" cy="718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02" name="Google Shape;602;p31"/>
          <p:cNvSpPr txBox="1"/>
          <p:nvPr>
            <p:ph idx="7" type="subTitle"/>
          </p:nvPr>
        </p:nvSpPr>
        <p:spPr>
          <a:xfrm>
            <a:off x="6530750" y="3766363"/>
            <a:ext cx="19944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03" name="Google Shape;603;p31"/>
          <p:cNvSpPr txBox="1"/>
          <p:nvPr>
            <p:ph idx="8" type="title"/>
          </p:nvPr>
        </p:nvSpPr>
        <p:spPr>
          <a:xfrm>
            <a:off x="6530750" y="3393813"/>
            <a:ext cx="9006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04" name="Google Shape;604;p31"/>
          <p:cNvSpPr/>
          <p:nvPr>
            <p:ph idx="9" type="pic"/>
          </p:nvPr>
        </p:nvSpPr>
        <p:spPr>
          <a:xfrm>
            <a:off x="3041571" y="3124775"/>
            <a:ext cx="3053100" cy="2026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605" name="Google Shape;605;p31"/>
          <p:cNvSpPr txBox="1"/>
          <p:nvPr>
            <p:ph idx="13" type="ctrTitle"/>
          </p:nvPr>
        </p:nvSpPr>
        <p:spPr>
          <a:xfrm>
            <a:off x="352100" y="374200"/>
            <a:ext cx="84654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06" name="Google Shape;606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7" name="Google Shape;607;p31"/>
          <p:cNvSpPr/>
          <p:nvPr>
            <p:ph idx="14" type="pic"/>
          </p:nvPr>
        </p:nvSpPr>
        <p:spPr>
          <a:xfrm>
            <a:off x="0" y="1097950"/>
            <a:ext cx="3041700" cy="2026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608" name="Google Shape;608;p31"/>
          <p:cNvSpPr/>
          <p:nvPr>
            <p:ph idx="15" type="pic"/>
          </p:nvPr>
        </p:nvSpPr>
        <p:spPr>
          <a:xfrm>
            <a:off x="6094675" y="1097950"/>
            <a:ext cx="3049200" cy="2026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7">
  <p:cSld name="CUSTOM_16">
    <p:bg>
      <p:bgPr>
        <a:solidFill>
          <a:schemeClr val="accent4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2"/>
          <p:cNvPicPr preferRelativeResize="0"/>
          <p:nvPr/>
        </p:nvPicPr>
        <p:blipFill rotWithShape="1">
          <a:blip r:embed="rId2">
            <a:alphaModFix/>
          </a:blip>
          <a:srcRect b="4628" l="16898" r="13067" t="86764"/>
          <a:stretch/>
        </p:blipFill>
        <p:spPr>
          <a:xfrm>
            <a:off x="-3275" y="4546125"/>
            <a:ext cx="9150602" cy="6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2"/>
          <p:cNvSpPr/>
          <p:nvPr/>
        </p:nvSpPr>
        <p:spPr>
          <a:xfrm rot="5400000">
            <a:off x="3341051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12" name="Google Shape;612;p32"/>
          <p:cNvCxnSpPr/>
          <p:nvPr/>
        </p:nvCxnSpPr>
        <p:spPr>
          <a:xfrm rot="10800000">
            <a:off x="-7650" y="820925"/>
            <a:ext cx="9150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3" name="Google Shape;613;p32"/>
          <p:cNvSpPr/>
          <p:nvPr/>
        </p:nvSpPr>
        <p:spPr>
          <a:xfrm rot="5400000">
            <a:off x="3111225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4" name="Google Shape;614;p32"/>
          <p:cNvSpPr/>
          <p:nvPr/>
        </p:nvSpPr>
        <p:spPr>
          <a:xfrm rot="5400000">
            <a:off x="2877224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5" name="Google Shape;615;p32"/>
          <p:cNvSpPr/>
          <p:nvPr/>
        </p:nvSpPr>
        <p:spPr>
          <a:xfrm rot="5400000">
            <a:off x="264739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32"/>
          <p:cNvSpPr/>
          <p:nvPr/>
        </p:nvSpPr>
        <p:spPr>
          <a:xfrm rot="5400000">
            <a:off x="2409234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7" name="Google Shape;617;p32"/>
          <p:cNvSpPr/>
          <p:nvPr/>
        </p:nvSpPr>
        <p:spPr>
          <a:xfrm rot="5400000">
            <a:off x="2179409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8" name="Google Shape;618;p32"/>
          <p:cNvSpPr/>
          <p:nvPr/>
        </p:nvSpPr>
        <p:spPr>
          <a:xfrm rot="5400000">
            <a:off x="194540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32"/>
          <p:cNvSpPr/>
          <p:nvPr/>
        </p:nvSpPr>
        <p:spPr>
          <a:xfrm rot="5400000">
            <a:off x="171558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32"/>
          <p:cNvSpPr/>
          <p:nvPr/>
        </p:nvSpPr>
        <p:spPr>
          <a:xfrm rot="5400000">
            <a:off x="148156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32"/>
          <p:cNvSpPr/>
          <p:nvPr/>
        </p:nvSpPr>
        <p:spPr>
          <a:xfrm rot="5400000">
            <a:off x="1247567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2" name="Google Shape;622;p32"/>
          <p:cNvSpPr/>
          <p:nvPr/>
        </p:nvSpPr>
        <p:spPr>
          <a:xfrm rot="5400000">
            <a:off x="1017741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32"/>
          <p:cNvSpPr/>
          <p:nvPr/>
        </p:nvSpPr>
        <p:spPr>
          <a:xfrm rot="5400000">
            <a:off x="77957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4" name="Google Shape;624;p32"/>
          <p:cNvSpPr/>
          <p:nvPr/>
        </p:nvSpPr>
        <p:spPr>
          <a:xfrm rot="5400000">
            <a:off x="54975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32"/>
          <p:cNvSpPr/>
          <p:nvPr/>
        </p:nvSpPr>
        <p:spPr>
          <a:xfrm rot="5400000">
            <a:off x="32250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32"/>
          <p:cNvSpPr/>
          <p:nvPr/>
        </p:nvSpPr>
        <p:spPr>
          <a:xfrm rot="5400000">
            <a:off x="9705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32"/>
          <p:cNvSpPr/>
          <p:nvPr/>
        </p:nvSpPr>
        <p:spPr>
          <a:xfrm rot="5400000">
            <a:off x="6781451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8" name="Google Shape;628;p32"/>
          <p:cNvSpPr/>
          <p:nvPr/>
        </p:nvSpPr>
        <p:spPr>
          <a:xfrm rot="5400000">
            <a:off x="6551625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32"/>
          <p:cNvSpPr/>
          <p:nvPr/>
        </p:nvSpPr>
        <p:spPr>
          <a:xfrm rot="5400000">
            <a:off x="6317624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32"/>
          <p:cNvSpPr/>
          <p:nvPr/>
        </p:nvSpPr>
        <p:spPr>
          <a:xfrm rot="5400000">
            <a:off x="608779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32"/>
          <p:cNvSpPr/>
          <p:nvPr/>
        </p:nvSpPr>
        <p:spPr>
          <a:xfrm rot="5400000">
            <a:off x="5849634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2" name="Google Shape;632;p32"/>
          <p:cNvSpPr/>
          <p:nvPr/>
        </p:nvSpPr>
        <p:spPr>
          <a:xfrm rot="5400000">
            <a:off x="5619809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32"/>
          <p:cNvSpPr/>
          <p:nvPr/>
        </p:nvSpPr>
        <p:spPr>
          <a:xfrm rot="5400000">
            <a:off x="538580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32"/>
          <p:cNvSpPr/>
          <p:nvPr/>
        </p:nvSpPr>
        <p:spPr>
          <a:xfrm rot="5400000">
            <a:off x="515598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5" name="Google Shape;635;p32"/>
          <p:cNvSpPr/>
          <p:nvPr/>
        </p:nvSpPr>
        <p:spPr>
          <a:xfrm rot="5400000">
            <a:off x="492196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6" name="Google Shape;636;p32"/>
          <p:cNvSpPr/>
          <p:nvPr/>
        </p:nvSpPr>
        <p:spPr>
          <a:xfrm rot="5400000">
            <a:off x="4687967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32"/>
          <p:cNvSpPr/>
          <p:nvPr/>
        </p:nvSpPr>
        <p:spPr>
          <a:xfrm rot="5400000">
            <a:off x="4458141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32"/>
          <p:cNvSpPr/>
          <p:nvPr/>
        </p:nvSpPr>
        <p:spPr>
          <a:xfrm rot="5400000">
            <a:off x="421997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32"/>
          <p:cNvSpPr/>
          <p:nvPr/>
        </p:nvSpPr>
        <p:spPr>
          <a:xfrm rot="5400000">
            <a:off x="399015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32"/>
          <p:cNvSpPr/>
          <p:nvPr/>
        </p:nvSpPr>
        <p:spPr>
          <a:xfrm rot="5400000">
            <a:off x="376290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32"/>
          <p:cNvSpPr/>
          <p:nvPr/>
        </p:nvSpPr>
        <p:spPr>
          <a:xfrm rot="5400000">
            <a:off x="353745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32"/>
          <p:cNvSpPr/>
          <p:nvPr/>
        </p:nvSpPr>
        <p:spPr>
          <a:xfrm rot="5400000">
            <a:off x="894115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3" name="Google Shape;643;p32"/>
          <p:cNvSpPr/>
          <p:nvPr/>
        </p:nvSpPr>
        <p:spPr>
          <a:xfrm rot="5400000">
            <a:off x="871133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32"/>
          <p:cNvSpPr/>
          <p:nvPr/>
        </p:nvSpPr>
        <p:spPr>
          <a:xfrm rot="5400000">
            <a:off x="847731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5" name="Google Shape;645;p32"/>
          <p:cNvSpPr/>
          <p:nvPr/>
        </p:nvSpPr>
        <p:spPr>
          <a:xfrm rot="5400000">
            <a:off x="8243317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6" name="Google Shape;646;p32"/>
          <p:cNvSpPr/>
          <p:nvPr/>
        </p:nvSpPr>
        <p:spPr>
          <a:xfrm rot="5400000">
            <a:off x="8013491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32"/>
          <p:cNvSpPr/>
          <p:nvPr/>
        </p:nvSpPr>
        <p:spPr>
          <a:xfrm rot="5400000">
            <a:off x="777532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32"/>
          <p:cNvSpPr/>
          <p:nvPr/>
        </p:nvSpPr>
        <p:spPr>
          <a:xfrm rot="5400000">
            <a:off x="754550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32"/>
          <p:cNvSpPr/>
          <p:nvPr/>
        </p:nvSpPr>
        <p:spPr>
          <a:xfrm rot="5400000">
            <a:off x="731825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32"/>
          <p:cNvSpPr/>
          <p:nvPr/>
        </p:nvSpPr>
        <p:spPr>
          <a:xfrm rot="5400000">
            <a:off x="709280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A close-up of an office desk. " id="651" name="Google Shape;651;p32"/>
          <p:cNvPicPr preferRelativeResize="0"/>
          <p:nvPr/>
        </p:nvPicPr>
        <p:blipFill rotWithShape="1">
          <a:blip r:embed="rId3">
            <a:alphaModFix/>
          </a:blip>
          <a:srcRect b="0" l="0" r="278" t="49197"/>
          <a:stretch/>
        </p:blipFill>
        <p:spPr>
          <a:xfrm rot="10800000">
            <a:off x="-976" y="4543776"/>
            <a:ext cx="9147951" cy="62069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2"/>
          <p:cNvSpPr txBox="1"/>
          <p:nvPr>
            <p:ph type="ctrTitle"/>
          </p:nvPr>
        </p:nvSpPr>
        <p:spPr>
          <a:xfrm>
            <a:off x="359100" y="1403675"/>
            <a:ext cx="77598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53" name="Google Shape;653;p32"/>
          <p:cNvSpPr txBox="1"/>
          <p:nvPr>
            <p:ph idx="1" type="subTitle"/>
          </p:nvPr>
        </p:nvSpPr>
        <p:spPr>
          <a:xfrm>
            <a:off x="933450" y="3175900"/>
            <a:ext cx="2010000" cy="109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54" name="Google Shape;654;p32"/>
          <p:cNvSpPr txBox="1"/>
          <p:nvPr>
            <p:ph idx="2" type="subTitle"/>
          </p:nvPr>
        </p:nvSpPr>
        <p:spPr>
          <a:xfrm>
            <a:off x="933450" y="2337700"/>
            <a:ext cx="2010000" cy="80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55" name="Google Shape;655;p32"/>
          <p:cNvSpPr txBox="1"/>
          <p:nvPr>
            <p:ph idx="3" type="subTitle"/>
          </p:nvPr>
        </p:nvSpPr>
        <p:spPr>
          <a:xfrm>
            <a:off x="3747125" y="3175925"/>
            <a:ext cx="2010000" cy="109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56" name="Google Shape;656;p32"/>
          <p:cNvSpPr txBox="1"/>
          <p:nvPr>
            <p:ph idx="4" type="subTitle"/>
          </p:nvPr>
        </p:nvSpPr>
        <p:spPr>
          <a:xfrm>
            <a:off x="3747125" y="2337725"/>
            <a:ext cx="2010000" cy="80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57" name="Google Shape;657;p32"/>
          <p:cNvSpPr txBox="1"/>
          <p:nvPr>
            <p:ph idx="5" type="subTitle"/>
          </p:nvPr>
        </p:nvSpPr>
        <p:spPr>
          <a:xfrm>
            <a:off x="6580275" y="3175900"/>
            <a:ext cx="2010000" cy="109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58" name="Google Shape;658;p32"/>
          <p:cNvSpPr txBox="1"/>
          <p:nvPr>
            <p:ph idx="6" type="subTitle"/>
          </p:nvPr>
        </p:nvSpPr>
        <p:spPr>
          <a:xfrm>
            <a:off x="6580275" y="2337700"/>
            <a:ext cx="2010000" cy="80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59" name="Google Shape;659;p32"/>
          <p:cNvSpPr txBox="1"/>
          <p:nvPr>
            <p:ph idx="7" type="title"/>
          </p:nvPr>
        </p:nvSpPr>
        <p:spPr>
          <a:xfrm>
            <a:off x="458850" y="2416550"/>
            <a:ext cx="470100" cy="217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Alexandria SemiBold"/>
              <a:buNone/>
              <a:defRPr sz="1200"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60" name="Google Shape;660;p32"/>
          <p:cNvSpPr txBox="1"/>
          <p:nvPr>
            <p:ph idx="8" type="title"/>
          </p:nvPr>
        </p:nvSpPr>
        <p:spPr>
          <a:xfrm>
            <a:off x="3260875" y="2416575"/>
            <a:ext cx="470100" cy="217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Alexandria SemiBold"/>
              <a:buNone/>
              <a:defRPr sz="1200"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61" name="Google Shape;661;p32"/>
          <p:cNvSpPr txBox="1"/>
          <p:nvPr>
            <p:ph idx="9" type="title"/>
          </p:nvPr>
        </p:nvSpPr>
        <p:spPr>
          <a:xfrm>
            <a:off x="6110175" y="2416550"/>
            <a:ext cx="470100" cy="217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Alexandria SemiBold"/>
              <a:buNone/>
              <a:defRPr sz="1200"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62" name="Google Shape;662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3" name="Google Shape;663;p32"/>
          <p:cNvPicPr preferRelativeResize="0"/>
          <p:nvPr/>
        </p:nvPicPr>
        <p:blipFill rotWithShape="1">
          <a:blip r:embed="rId2">
            <a:alphaModFix/>
          </a:blip>
          <a:srcRect b="15402" l="32321" r="550" t="76348"/>
          <a:stretch/>
        </p:blipFill>
        <p:spPr>
          <a:xfrm>
            <a:off x="-3150" y="-4700"/>
            <a:ext cx="9150602" cy="620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n office desk. " id="664" name="Google Shape;664;p32"/>
          <p:cNvPicPr preferRelativeResize="0"/>
          <p:nvPr/>
        </p:nvPicPr>
        <p:blipFill rotWithShape="1">
          <a:blip r:embed="rId3">
            <a:alphaModFix/>
          </a:blip>
          <a:srcRect b="0" l="377" r="119" t="50458"/>
          <a:stretch/>
        </p:blipFill>
        <p:spPr>
          <a:xfrm>
            <a:off x="-3150" y="-4700"/>
            <a:ext cx="9150602" cy="62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8">
  <p:cSld name="CUSTOM_14">
    <p:bg>
      <p:bgPr>
        <a:solidFill>
          <a:schemeClr val="lt2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6" name="Google Shape;666;p33"/>
          <p:cNvCxnSpPr/>
          <p:nvPr/>
        </p:nvCxnSpPr>
        <p:spPr>
          <a:xfrm rot="10800000">
            <a:off x="3052275" y="-7500"/>
            <a:ext cx="0" cy="5153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7" name="Google Shape;667;p33"/>
          <p:cNvCxnSpPr/>
          <p:nvPr/>
        </p:nvCxnSpPr>
        <p:spPr>
          <a:xfrm rot="10800000">
            <a:off x="3128475" y="-7500"/>
            <a:ext cx="0" cy="5153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8" name="Google Shape;668;p33"/>
          <p:cNvSpPr txBox="1"/>
          <p:nvPr>
            <p:ph type="ctrTitle"/>
          </p:nvPr>
        </p:nvSpPr>
        <p:spPr>
          <a:xfrm>
            <a:off x="375925" y="304725"/>
            <a:ext cx="26001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69" name="Google Shape;669;p33"/>
          <p:cNvSpPr txBox="1"/>
          <p:nvPr>
            <p:ph idx="1" type="subTitle"/>
          </p:nvPr>
        </p:nvSpPr>
        <p:spPr>
          <a:xfrm>
            <a:off x="375925" y="3764450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70" name="Google Shape;670;p33"/>
          <p:cNvSpPr txBox="1"/>
          <p:nvPr>
            <p:ph idx="2" type="subTitle"/>
          </p:nvPr>
        </p:nvSpPr>
        <p:spPr>
          <a:xfrm>
            <a:off x="375800" y="3364400"/>
            <a:ext cx="1732200" cy="4002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71" name="Google Shape;671;p33"/>
          <p:cNvSpPr txBox="1"/>
          <p:nvPr>
            <p:ph idx="3" type="subTitle"/>
          </p:nvPr>
        </p:nvSpPr>
        <p:spPr>
          <a:xfrm>
            <a:off x="6991175" y="704775"/>
            <a:ext cx="1732200" cy="903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72" name="Google Shape;672;p33"/>
          <p:cNvSpPr txBox="1"/>
          <p:nvPr>
            <p:ph idx="4" type="subTitle"/>
          </p:nvPr>
        </p:nvSpPr>
        <p:spPr>
          <a:xfrm>
            <a:off x="6991050" y="304725"/>
            <a:ext cx="1732200" cy="4002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73" name="Google Shape;673;p33"/>
          <p:cNvSpPr txBox="1"/>
          <p:nvPr>
            <p:ph idx="5" type="subTitle"/>
          </p:nvPr>
        </p:nvSpPr>
        <p:spPr>
          <a:xfrm>
            <a:off x="6991175" y="2126788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74" name="Google Shape;674;p33"/>
          <p:cNvSpPr txBox="1"/>
          <p:nvPr>
            <p:ph idx="6" type="subTitle"/>
          </p:nvPr>
        </p:nvSpPr>
        <p:spPr>
          <a:xfrm>
            <a:off x="6991050" y="1726748"/>
            <a:ext cx="1732200" cy="4002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75" name="Google Shape;675;p33"/>
          <p:cNvSpPr txBox="1"/>
          <p:nvPr>
            <p:ph idx="7" type="subTitle"/>
          </p:nvPr>
        </p:nvSpPr>
        <p:spPr>
          <a:xfrm>
            <a:off x="6991175" y="3737688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76" name="Google Shape;676;p33"/>
          <p:cNvSpPr txBox="1"/>
          <p:nvPr>
            <p:ph idx="8" type="subTitle"/>
          </p:nvPr>
        </p:nvSpPr>
        <p:spPr>
          <a:xfrm>
            <a:off x="6991050" y="3337650"/>
            <a:ext cx="1732200" cy="4002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77" name="Google Shape;677;p33"/>
          <p:cNvSpPr/>
          <p:nvPr>
            <p:ph idx="9" type="pic"/>
          </p:nvPr>
        </p:nvSpPr>
        <p:spPr>
          <a:xfrm>
            <a:off x="3204675" y="0"/>
            <a:ext cx="3411600" cy="5151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678" name="Google Shape;67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2">
    <p:bg>
      <p:bgPr>
        <a:solidFill>
          <a:schemeClr val="accent4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4"/>
          <p:cNvSpPr/>
          <p:nvPr/>
        </p:nvSpPr>
        <p:spPr>
          <a:xfrm>
            <a:off x="6487525" y="2732625"/>
            <a:ext cx="2658300" cy="241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34"/>
          <p:cNvSpPr txBox="1"/>
          <p:nvPr>
            <p:ph type="ctrTitle"/>
          </p:nvPr>
        </p:nvSpPr>
        <p:spPr>
          <a:xfrm>
            <a:off x="375925" y="304725"/>
            <a:ext cx="50223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82" name="Google Shape;682;p34"/>
          <p:cNvSpPr txBox="1"/>
          <p:nvPr>
            <p:ph idx="1" type="subTitle"/>
          </p:nvPr>
        </p:nvSpPr>
        <p:spPr>
          <a:xfrm>
            <a:off x="361775" y="2537538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83" name="Google Shape;683;p34"/>
          <p:cNvSpPr txBox="1"/>
          <p:nvPr>
            <p:ph idx="2" type="subTitle"/>
          </p:nvPr>
        </p:nvSpPr>
        <p:spPr>
          <a:xfrm>
            <a:off x="361650" y="2044338"/>
            <a:ext cx="1732200" cy="493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84" name="Google Shape;684;p34"/>
          <p:cNvSpPr txBox="1"/>
          <p:nvPr>
            <p:ph idx="3" type="subTitle"/>
          </p:nvPr>
        </p:nvSpPr>
        <p:spPr>
          <a:xfrm>
            <a:off x="2376738" y="2537538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85" name="Google Shape;685;p34"/>
          <p:cNvSpPr txBox="1"/>
          <p:nvPr>
            <p:ph idx="4" type="subTitle"/>
          </p:nvPr>
        </p:nvSpPr>
        <p:spPr>
          <a:xfrm>
            <a:off x="2376613" y="2044338"/>
            <a:ext cx="1732200" cy="493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86" name="Google Shape;686;p34"/>
          <p:cNvSpPr txBox="1"/>
          <p:nvPr>
            <p:ph idx="5" type="subTitle"/>
          </p:nvPr>
        </p:nvSpPr>
        <p:spPr>
          <a:xfrm>
            <a:off x="4330888" y="2537538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87" name="Google Shape;687;p34"/>
          <p:cNvSpPr txBox="1"/>
          <p:nvPr>
            <p:ph idx="6" type="subTitle"/>
          </p:nvPr>
        </p:nvSpPr>
        <p:spPr>
          <a:xfrm>
            <a:off x="4330763" y="2044338"/>
            <a:ext cx="1732200" cy="493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88" name="Google Shape;688;p34"/>
          <p:cNvSpPr txBox="1"/>
          <p:nvPr>
            <p:ph idx="7" type="subTitle"/>
          </p:nvPr>
        </p:nvSpPr>
        <p:spPr>
          <a:xfrm>
            <a:off x="6938350" y="3487954"/>
            <a:ext cx="1732200" cy="14571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89" name="Google Shape;689;p34"/>
          <p:cNvSpPr txBox="1"/>
          <p:nvPr>
            <p:ph idx="8" type="subTitle"/>
          </p:nvPr>
        </p:nvSpPr>
        <p:spPr>
          <a:xfrm>
            <a:off x="6938225" y="3087896"/>
            <a:ext cx="1732200" cy="3354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0" name="Google Shape;690;p34"/>
          <p:cNvSpPr/>
          <p:nvPr>
            <p:ph idx="9" type="pic"/>
          </p:nvPr>
        </p:nvSpPr>
        <p:spPr>
          <a:xfrm>
            <a:off x="6487575" y="-15812"/>
            <a:ext cx="2658600" cy="2784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691" name="Google Shape;691;p34"/>
          <p:cNvSpPr txBox="1"/>
          <p:nvPr>
            <p:ph idx="13" type="subTitle"/>
          </p:nvPr>
        </p:nvSpPr>
        <p:spPr>
          <a:xfrm>
            <a:off x="361775" y="3749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92" name="Google Shape;692;p34"/>
          <p:cNvSpPr txBox="1"/>
          <p:nvPr>
            <p:ph idx="14" type="subTitle"/>
          </p:nvPr>
        </p:nvSpPr>
        <p:spPr>
          <a:xfrm>
            <a:off x="2441775" y="3749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93" name="Google Shape;693;p34"/>
          <p:cNvSpPr txBox="1"/>
          <p:nvPr>
            <p:ph idx="15" type="subTitle"/>
          </p:nvPr>
        </p:nvSpPr>
        <p:spPr>
          <a:xfrm>
            <a:off x="4425350" y="3749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94" name="Google Shape;694;p34"/>
          <p:cNvSpPr txBox="1"/>
          <p:nvPr>
            <p:ph idx="16" type="subTitle"/>
          </p:nvPr>
        </p:nvSpPr>
        <p:spPr>
          <a:xfrm>
            <a:off x="361775" y="4354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95" name="Google Shape;695;p34"/>
          <p:cNvSpPr txBox="1"/>
          <p:nvPr>
            <p:ph idx="17" type="subTitle"/>
          </p:nvPr>
        </p:nvSpPr>
        <p:spPr>
          <a:xfrm>
            <a:off x="2441775" y="4354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96" name="Google Shape;696;p34"/>
          <p:cNvSpPr txBox="1"/>
          <p:nvPr>
            <p:ph idx="18" type="subTitle"/>
          </p:nvPr>
        </p:nvSpPr>
        <p:spPr>
          <a:xfrm>
            <a:off x="4425350" y="4354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97" name="Google Shape;697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10">
    <p:bg>
      <p:bgPr>
        <a:solidFill>
          <a:schemeClr val="dk1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5"/>
          <p:cNvSpPr txBox="1"/>
          <p:nvPr>
            <p:ph idx="1" type="subTitle"/>
          </p:nvPr>
        </p:nvSpPr>
        <p:spPr>
          <a:xfrm>
            <a:off x="2665925" y="208805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0" name="Google Shape;700;p35"/>
          <p:cNvSpPr txBox="1"/>
          <p:nvPr>
            <p:ph idx="2" type="subTitle"/>
          </p:nvPr>
        </p:nvSpPr>
        <p:spPr>
          <a:xfrm>
            <a:off x="2665925" y="302660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1" name="Google Shape;701;p35"/>
          <p:cNvSpPr txBox="1"/>
          <p:nvPr>
            <p:ph idx="3" type="subTitle"/>
          </p:nvPr>
        </p:nvSpPr>
        <p:spPr>
          <a:xfrm>
            <a:off x="2665925" y="4016775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2" name="Google Shape;702;p35"/>
          <p:cNvSpPr txBox="1"/>
          <p:nvPr>
            <p:ph idx="4" type="subTitle"/>
          </p:nvPr>
        </p:nvSpPr>
        <p:spPr>
          <a:xfrm>
            <a:off x="4794538" y="208805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3" name="Google Shape;703;p35"/>
          <p:cNvSpPr txBox="1"/>
          <p:nvPr>
            <p:ph idx="5" type="subTitle"/>
          </p:nvPr>
        </p:nvSpPr>
        <p:spPr>
          <a:xfrm>
            <a:off x="4794538" y="302660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4" name="Google Shape;704;p35"/>
          <p:cNvSpPr txBox="1"/>
          <p:nvPr>
            <p:ph idx="6" type="subTitle"/>
          </p:nvPr>
        </p:nvSpPr>
        <p:spPr>
          <a:xfrm>
            <a:off x="4794538" y="4016775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5" name="Google Shape;705;p35"/>
          <p:cNvSpPr txBox="1"/>
          <p:nvPr>
            <p:ph idx="7" type="subTitle"/>
          </p:nvPr>
        </p:nvSpPr>
        <p:spPr>
          <a:xfrm>
            <a:off x="6923163" y="208805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6" name="Google Shape;706;p35"/>
          <p:cNvSpPr txBox="1"/>
          <p:nvPr>
            <p:ph idx="8" type="subTitle"/>
          </p:nvPr>
        </p:nvSpPr>
        <p:spPr>
          <a:xfrm>
            <a:off x="6923163" y="302660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7" name="Google Shape;707;p35"/>
          <p:cNvSpPr txBox="1"/>
          <p:nvPr>
            <p:ph idx="9" type="subTitle"/>
          </p:nvPr>
        </p:nvSpPr>
        <p:spPr>
          <a:xfrm>
            <a:off x="6923163" y="4016775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8" name="Google Shape;708;p35"/>
          <p:cNvSpPr txBox="1"/>
          <p:nvPr>
            <p:ph idx="13" type="subTitle"/>
          </p:nvPr>
        </p:nvSpPr>
        <p:spPr>
          <a:xfrm>
            <a:off x="2665925" y="1533250"/>
            <a:ext cx="1771500" cy="460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09" name="Google Shape;709;p35"/>
          <p:cNvSpPr txBox="1"/>
          <p:nvPr>
            <p:ph idx="14" type="subTitle"/>
          </p:nvPr>
        </p:nvSpPr>
        <p:spPr>
          <a:xfrm>
            <a:off x="4794542" y="1533250"/>
            <a:ext cx="1771500" cy="460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10" name="Google Shape;710;p35"/>
          <p:cNvSpPr txBox="1"/>
          <p:nvPr>
            <p:ph idx="15" type="subTitle"/>
          </p:nvPr>
        </p:nvSpPr>
        <p:spPr>
          <a:xfrm>
            <a:off x="6923171" y="1533250"/>
            <a:ext cx="1771500" cy="460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11" name="Google Shape;711;p35"/>
          <p:cNvSpPr txBox="1"/>
          <p:nvPr>
            <p:ph type="ctrTitle"/>
          </p:nvPr>
        </p:nvSpPr>
        <p:spPr>
          <a:xfrm>
            <a:off x="375925" y="304725"/>
            <a:ext cx="53466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12" name="Google Shape;712;p35"/>
          <p:cNvSpPr txBox="1"/>
          <p:nvPr>
            <p:ph idx="16" type="subTitle"/>
          </p:nvPr>
        </p:nvSpPr>
        <p:spPr>
          <a:xfrm>
            <a:off x="474250" y="2055813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13" name="Google Shape;713;p35"/>
          <p:cNvSpPr txBox="1"/>
          <p:nvPr>
            <p:ph idx="17" type="subTitle"/>
          </p:nvPr>
        </p:nvSpPr>
        <p:spPr>
          <a:xfrm>
            <a:off x="474250" y="302660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14" name="Google Shape;714;p35"/>
          <p:cNvSpPr txBox="1"/>
          <p:nvPr>
            <p:ph idx="18" type="subTitle"/>
          </p:nvPr>
        </p:nvSpPr>
        <p:spPr>
          <a:xfrm>
            <a:off x="482350" y="3997375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15" name="Google Shape;715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1">
  <p:cSld name="CUSTOM_9">
    <p:bg>
      <p:bgPr>
        <a:solidFill>
          <a:schemeClr val="accent4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6"/>
          <p:cNvSpPr/>
          <p:nvPr/>
        </p:nvSpPr>
        <p:spPr>
          <a:xfrm>
            <a:off x="5143500" y="0"/>
            <a:ext cx="4000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36"/>
          <p:cNvSpPr txBox="1"/>
          <p:nvPr>
            <p:ph idx="1" type="subTitle"/>
          </p:nvPr>
        </p:nvSpPr>
        <p:spPr>
          <a:xfrm>
            <a:off x="2269125" y="2065150"/>
            <a:ext cx="2644500" cy="315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9pPr>
          </a:lstStyle>
          <a:p/>
        </p:txBody>
      </p:sp>
      <p:sp>
        <p:nvSpPr>
          <p:cNvPr id="719" name="Google Shape;719;p36"/>
          <p:cNvSpPr txBox="1"/>
          <p:nvPr>
            <p:ph idx="2" type="subTitle"/>
          </p:nvPr>
        </p:nvSpPr>
        <p:spPr>
          <a:xfrm>
            <a:off x="5823250" y="2065150"/>
            <a:ext cx="2733600" cy="315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0" name="Google Shape;720;p36"/>
          <p:cNvSpPr txBox="1"/>
          <p:nvPr>
            <p:ph type="ctrTitle"/>
          </p:nvPr>
        </p:nvSpPr>
        <p:spPr>
          <a:xfrm>
            <a:off x="375925" y="304725"/>
            <a:ext cx="36225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pic>
        <p:nvPicPr>
          <p:cNvPr descr="Business people sitting holding pen signing contract paper, lease mortgage. Businesswoman negotiating a contract. (proporcionada por Getty Images)" id="721" name="Google Shape;721;p36"/>
          <p:cNvPicPr preferRelativeResize="0"/>
          <p:nvPr/>
        </p:nvPicPr>
        <p:blipFill rotWithShape="1">
          <a:blip r:embed="rId2">
            <a:alphaModFix amt="25000"/>
          </a:blip>
          <a:srcRect b="26305" l="24286" r="6422" t="26311"/>
          <a:stretch/>
        </p:blipFill>
        <p:spPr>
          <a:xfrm>
            <a:off x="5143500" y="0"/>
            <a:ext cx="4000502" cy="18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36"/>
          <p:cNvSpPr txBox="1"/>
          <p:nvPr>
            <p:ph idx="12" type="sldNum"/>
          </p:nvPr>
        </p:nvSpPr>
        <p:spPr>
          <a:xfrm>
            <a:off x="8556784" y="45974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p36"/>
          <p:cNvSpPr txBox="1"/>
          <p:nvPr>
            <p:ph idx="3" type="subTitle"/>
          </p:nvPr>
        </p:nvSpPr>
        <p:spPr>
          <a:xfrm>
            <a:off x="5915275" y="2485425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4" name="Google Shape;724;p36"/>
          <p:cNvSpPr txBox="1"/>
          <p:nvPr>
            <p:ph idx="4" type="subTitle"/>
          </p:nvPr>
        </p:nvSpPr>
        <p:spPr>
          <a:xfrm>
            <a:off x="2362350" y="2485425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25" name="Google Shape;725;p36"/>
          <p:cNvSpPr txBox="1"/>
          <p:nvPr>
            <p:ph idx="5" type="subTitle"/>
          </p:nvPr>
        </p:nvSpPr>
        <p:spPr>
          <a:xfrm>
            <a:off x="441750" y="2485425"/>
            <a:ext cx="14541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26" name="Google Shape;726;p36"/>
          <p:cNvSpPr txBox="1"/>
          <p:nvPr>
            <p:ph idx="6" type="subTitle"/>
          </p:nvPr>
        </p:nvSpPr>
        <p:spPr>
          <a:xfrm>
            <a:off x="5915275" y="3332600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7" name="Google Shape;727;p36"/>
          <p:cNvSpPr txBox="1"/>
          <p:nvPr>
            <p:ph idx="7" type="subTitle"/>
          </p:nvPr>
        </p:nvSpPr>
        <p:spPr>
          <a:xfrm>
            <a:off x="2362350" y="3332600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28" name="Google Shape;728;p36"/>
          <p:cNvSpPr txBox="1"/>
          <p:nvPr>
            <p:ph idx="8" type="subTitle"/>
          </p:nvPr>
        </p:nvSpPr>
        <p:spPr>
          <a:xfrm>
            <a:off x="441750" y="3332600"/>
            <a:ext cx="14541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29" name="Google Shape;729;p36"/>
          <p:cNvSpPr txBox="1"/>
          <p:nvPr>
            <p:ph idx="9" type="subTitle"/>
          </p:nvPr>
        </p:nvSpPr>
        <p:spPr>
          <a:xfrm>
            <a:off x="5915275" y="4179775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0" name="Google Shape;730;p36"/>
          <p:cNvSpPr txBox="1"/>
          <p:nvPr>
            <p:ph idx="13" type="subTitle"/>
          </p:nvPr>
        </p:nvSpPr>
        <p:spPr>
          <a:xfrm>
            <a:off x="2362350" y="4179775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31" name="Google Shape;731;p36"/>
          <p:cNvSpPr txBox="1"/>
          <p:nvPr>
            <p:ph idx="14" type="subTitle"/>
          </p:nvPr>
        </p:nvSpPr>
        <p:spPr>
          <a:xfrm>
            <a:off x="441750" y="4179775"/>
            <a:ext cx="14541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2">
  <p:cSld name="CUSTOM_8">
    <p:bg>
      <p:bgPr>
        <a:solidFill>
          <a:schemeClr val="dk1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ideo call group business people meeting on virtual workplace or remote office (proporcionada por Getty Images)" id="733" name="Google Shape;733;p37"/>
          <p:cNvPicPr preferRelativeResize="0"/>
          <p:nvPr/>
        </p:nvPicPr>
        <p:blipFill rotWithShape="1">
          <a:blip r:embed="rId2">
            <a:alphaModFix amt="15000"/>
          </a:blip>
          <a:srcRect b="0" l="14794" r="10299" t="36832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37"/>
          <p:cNvSpPr/>
          <p:nvPr/>
        </p:nvSpPr>
        <p:spPr>
          <a:xfrm>
            <a:off x="-7350" y="1818725"/>
            <a:ext cx="1756150" cy="3321225"/>
          </a:xfrm>
          <a:custGeom>
            <a:rect b="b" l="l" r="r" t="t"/>
            <a:pathLst>
              <a:path extrusionOk="0" h="132849" w="70246">
                <a:moveTo>
                  <a:pt x="0" y="33212"/>
                </a:moveTo>
                <a:lnTo>
                  <a:pt x="34682" y="0"/>
                </a:lnTo>
                <a:lnTo>
                  <a:pt x="69952" y="38208"/>
                </a:lnTo>
                <a:lnTo>
                  <a:pt x="29392" y="76123"/>
                </a:lnTo>
                <a:lnTo>
                  <a:pt x="70246" y="114920"/>
                </a:lnTo>
                <a:lnTo>
                  <a:pt x="52611" y="132849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735" name="Google Shape;735;p37"/>
          <p:cNvCxnSpPr/>
          <p:nvPr/>
        </p:nvCxnSpPr>
        <p:spPr>
          <a:xfrm>
            <a:off x="-7350" y="4794600"/>
            <a:ext cx="348900" cy="34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6" name="Google Shape;736;p37"/>
          <p:cNvSpPr txBox="1"/>
          <p:nvPr>
            <p:ph type="ctrTitle"/>
          </p:nvPr>
        </p:nvSpPr>
        <p:spPr>
          <a:xfrm>
            <a:off x="375925" y="1024025"/>
            <a:ext cx="5849100" cy="8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37" name="Google Shape;737;p37"/>
          <p:cNvSpPr txBox="1"/>
          <p:nvPr>
            <p:ph idx="1" type="subTitle"/>
          </p:nvPr>
        </p:nvSpPr>
        <p:spPr>
          <a:xfrm>
            <a:off x="2147650" y="2488300"/>
            <a:ext cx="1425600" cy="230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38" name="Google Shape;738;p37"/>
          <p:cNvSpPr txBox="1"/>
          <p:nvPr>
            <p:ph idx="2" type="subTitle"/>
          </p:nvPr>
        </p:nvSpPr>
        <p:spPr>
          <a:xfrm>
            <a:off x="2147550" y="2071447"/>
            <a:ext cx="1425600" cy="389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9" name="Google Shape;739;p37"/>
          <p:cNvSpPr txBox="1"/>
          <p:nvPr>
            <p:ph idx="3" type="subTitle"/>
          </p:nvPr>
        </p:nvSpPr>
        <p:spPr>
          <a:xfrm>
            <a:off x="3862513" y="2488300"/>
            <a:ext cx="1425600" cy="230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40" name="Google Shape;740;p37"/>
          <p:cNvSpPr txBox="1"/>
          <p:nvPr>
            <p:ph idx="4" type="subTitle"/>
          </p:nvPr>
        </p:nvSpPr>
        <p:spPr>
          <a:xfrm>
            <a:off x="3862413" y="2071447"/>
            <a:ext cx="1425600" cy="389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1" name="Google Shape;741;p37"/>
          <p:cNvSpPr txBox="1"/>
          <p:nvPr>
            <p:ph idx="5" type="subTitle"/>
          </p:nvPr>
        </p:nvSpPr>
        <p:spPr>
          <a:xfrm>
            <a:off x="5576650" y="2488300"/>
            <a:ext cx="1425600" cy="230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42" name="Google Shape;742;p37"/>
          <p:cNvSpPr txBox="1"/>
          <p:nvPr>
            <p:ph idx="6" type="subTitle"/>
          </p:nvPr>
        </p:nvSpPr>
        <p:spPr>
          <a:xfrm>
            <a:off x="5577688" y="2071447"/>
            <a:ext cx="1425600" cy="389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3" name="Google Shape;743;p37"/>
          <p:cNvSpPr txBox="1"/>
          <p:nvPr>
            <p:ph idx="7" type="subTitle"/>
          </p:nvPr>
        </p:nvSpPr>
        <p:spPr>
          <a:xfrm>
            <a:off x="7290375" y="2488300"/>
            <a:ext cx="1425600" cy="230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44" name="Google Shape;744;p37"/>
          <p:cNvSpPr txBox="1"/>
          <p:nvPr>
            <p:ph idx="8" type="subTitle"/>
          </p:nvPr>
        </p:nvSpPr>
        <p:spPr>
          <a:xfrm>
            <a:off x="7290275" y="2071447"/>
            <a:ext cx="1425600" cy="389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5" name="Google Shape;745;p37"/>
          <p:cNvSpPr txBox="1"/>
          <p:nvPr>
            <p:ph idx="9" type="ctrTitle"/>
          </p:nvPr>
        </p:nvSpPr>
        <p:spPr>
          <a:xfrm>
            <a:off x="375925" y="304725"/>
            <a:ext cx="50079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46" name="Google Shape;74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3">
  <p:cSld name="CUSTOM_21_1">
    <p:bg>
      <p:bgPr>
        <a:solidFill>
          <a:schemeClr val="accent4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8" name="Google Shape;748;p38"/>
          <p:cNvCxnSpPr/>
          <p:nvPr/>
        </p:nvCxnSpPr>
        <p:spPr>
          <a:xfrm>
            <a:off x="4674375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38"/>
          <p:cNvCxnSpPr/>
          <p:nvPr/>
        </p:nvCxnSpPr>
        <p:spPr>
          <a:xfrm>
            <a:off x="4782200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38"/>
          <p:cNvCxnSpPr/>
          <p:nvPr/>
        </p:nvCxnSpPr>
        <p:spPr>
          <a:xfrm rot="10800000">
            <a:off x="8924402" y="17150"/>
            <a:ext cx="0" cy="5120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38"/>
          <p:cNvCxnSpPr/>
          <p:nvPr/>
        </p:nvCxnSpPr>
        <p:spPr>
          <a:xfrm>
            <a:off x="90275" y="0"/>
            <a:ext cx="0" cy="5269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38"/>
          <p:cNvCxnSpPr/>
          <p:nvPr/>
        </p:nvCxnSpPr>
        <p:spPr>
          <a:xfrm>
            <a:off x="9038175" y="-105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3" name="Google Shape;753;p38"/>
          <p:cNvSpPr txBox="1"/>
          <p:nvPr>
            <p:ph type="ctrTitle"/>
          </p:nvPr>
        </p:nvSpPr>
        <p:spPr>
          <a:xfrm>
            <a:off x="375925" y="304725"/>
            <a:ext cx="3622500" cy="18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54" name="Google Shape;754;p38"/>
          <p:cNvSpPr txBox="1"/>
          <p:nvPr>
            <p:ph idx="1" type="subTitle"/>
          </p:nvPr>
        </p:nvSpPr>
        <p:spPr>
          <a:xfrm>
            <a:off x="5896425" y="2625826"/>
            <a:ext cx="2741100" cy="300000"/>
          </a:xfrm>
          <a:prstGeom prst="rect">
            <a:avLst/>
          </a:prstGeom>
        </p:spPr>
        <p:txBody>
          <a:bodyPr anchorCtr="0" anchor="t" bIns="90000" lIns="0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55" name="Google Shape;755;p38"/>
          <p:cNvSpPr txBox="1"/>
          <p:nvPr>
            <p:ph idx="2" type="subTitle"/>
          </p:nvPr>
        </p:nvSpPr>
        <p:spPr>
          <a:xfrm>
            <a:off x="4497325" y="3119150"/>
            <a:ext cx="1423500" cy="3462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56" name="Google Shape;756;p38"/>
          <p:cNvSpPr txBox="1"/>
          <p:nvPr>
            <p:ph idx="3" type="subTitle"/>
          </p:nvPr>
        </p:nvSpPr>
        <p:spPr>
          <a:xfrm>
            <a:off x="2226075" y="3113675"/>
            <a:ext cx="1406100" cy="3000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57" name="Google Shape;757;p38"/>
          <p:cNvSpPr txBox="1"/>
          <p:nvPr>
            <p:ph idx="4" type="subTitle"/>
          </p:nvPr>
        </p:nvSpPr>
        <p:spPr>
          <a:xfrm>
            <a:off x="364750" y="3113675"/>
            <a:ext cx="1406100" cy="3000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58" name="Google Shape;758;p38"/>
          <p:cNvSpPr txBox="1"/>
          <p:nvPr>
            <p:ph idx="5" type="subTitle"/>
          </p:nvPr>
        </p:nvSpPr>
        <p:spPr>
          <a:xfrm>
            <a:off x="2226075" y="4409075"/>
            <a:ext cx="1406100" cy="3000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59" name="Google Shape;759;p38"/>
          <p:cNvSpPr txBox="1"/>
          <p:nvPr>
            <p:ph idx="6" type="subTitle"/>
          </p:nvPr>
        </p:nvSpPr>
        <p:spPr>
          <a:xfrm>
            <a:off x="364750" y="4409075"/>
            <a:ext cx="1406100" cy="3000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60" name="Google Shape;760;p38"/>
          <p:cNvSpPr txBox="1"/>
          <p:nvPr>
            <p:ph idx="7" type="title"/>
          </p:nvPr>
        </p:nvSpPr>
        <p:spPr>
          <a:xfrm>
            <a:off x="364750" y="2499300"/>
            <a:ext cx="1406100" cy="4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61" name="Google Shape;761;p38"/>
          <p:cNvSpPr txBox="1"/>
          <p:nvPr>
            <p:ph idx="8" type="title"/>
          </p:nvPr>
        </p:nvSpPr>
        <p:spPr>
          <a:xfrm>
            <a:off x="2271738" y="2499300"/>
            <a:ext cx="1406100" cy="4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62" name="Google Shape;762;p38"/>
          <p:cNvSpPr txBox="1"/>
          <p:nvPr>
            <p:ph idx="9" type="title"/>
          </p:nvPr>
        </p:nvSpPr>
        <p:spPr>
          <a:xfrm>
            <a:off x="364750" y="3794700"/>
            <a:ext cx="1406100" cy="4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63" name="Google Shape;763;p38"/>
          <p:cNvSpPr txBox="1"/>
          <p:nvPr>
            <p:ph idx="13" type="title"/>
          </p:nvPr>
        </p:nvSpPr>
        <p:spPr>
          <a:xfrm>
            <a:off x="2271738" y="3794700"/>
            <a:ext cx="1406100" cy="4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64" name="Google Shape;76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5" name="Google Shape;765;p38"/>
          <p:cNvSpPr txBox="1"/>
          <p:nvPr>
            <p:ph idx="14" type="subTitle"/>
          </p:nvPr>
        </p:nvSpPr>
        <p:spPr>
          <a:xfrm>
            <a:off x="4497325" y="3495475"/>
            <a:ext cx="1423500" cy="3462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66" name="Google Shape;766;p38"/>
          <p:cNvSpPr txBox="1"/>
          <p:nvPr>
            <p:ph idx="15" type="subTitle"/>
          </p:nvPr>
        </p:nvSpPr>
        <p:spPr>
          <a:xfrm>
            <a:off x="4497325" y="3871800"/>
            <a:ext cx="1423500" cy="3462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67" name="Google Shape;767;p38"/>
          <p:cNvSpPr txBox="1"/>
          <p:nvPr>
            <p:ph idx="16" type="subTitle"/>
          </p:nvPr>
        </p:nvSpPr>
        <p:spPr>
          <a:xfrm>
            <a:off x="4497325" y="4246475"/>
            <a:ext cx="1423500" cy="3462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68" name="Google Shape;768;p38"/>
          <p:cNvSpPr txBox="1"/>
          <p:nvPr>
            <p:ph idx="17" type="subTitle"/>
          </p:nvPr>
        </p:nvSpPr>
        <p:spPr>
          <a:xfrm>
            <a:off x="5896425" y="368500"/>
            <a:ext cx="2741100" cy="300000"/>
          </a:xfrm>
          <a:prstGeom prst="rect">
            <a:avLst/>
          </a:prstGeom>
        </p:spPr>
        <p:txBody>
          <a:bodyPr anchorCtr="0" anchor="t" bIns="90000" lIns="0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69" name="Google Shape;769;p38"/>
          <p:cNvSpPr txBox="1"/>
          <p:nvPr>
            <p:ph idx="18" type="subTitle"/>
          </p:nvPr>
        </p:nvSpPr>
        <p:spPr>
          <a:xfrm>
            <a:off x="7760063" y="1891350"/>
            <a:ext cx="1092300" cy="300000"/>
          </a:xfrm>
          <a:prstGeom prst="rect">
            <a:avLst/>
          </a:prstGeom>
        </p:spPr>
        <p:txBody>
          <a:bodyPr anchorCtr="0" anchor="ctr" bIns="0" lIns="72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38"/>
          <p:cNvSpPr txBox="1"/>
          <p:nvPr>
            <p:ph idx="19" type="subTitle"/>
          </p:nvPr>
        </p:nvSpPr>
        <p:spPr>
          <a:xfrm>
            <a:off x="7760063" y="1627000"/>
            <a:ext cx="1092300" cy="300000"/>
          </a:xfrm>
          <a:prstGeom prst="rect">
            <a:avLst/>
          </a:prstGeom>
        </p:spPr>
        <p:txBody>
          <a:bodyPr anchorCtr="0" anchor="ctr" bIns="0" lIns="72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1" name="Google Shape;771;p38"/>
          <p:cNvSpPr txBox="1"/>
          <p:nvPr>
            <p:ph idx="20" type="subTitle"/>
          </p:nvPr>
        </p:nvSpPr>
        <p:spPr>
          <a:xfrm>
            <a:off x="7760063" y="1357400"/>
            <a:ext cx="1092300" cy="300000"/>
          </a:xfrm>
          <a:prstGeom prst="rect">
            <a:avLst/>
          </a:prstGeom>
        </p:spPr>
        <p:txBody>
          <a:bodyPr anchorCtr="0" anchor="ctr" bIns="0" lIns="72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2" name="Google Shape;772;p38"/>
          <p:cNvSpPr txBox="1"/>
          <p:nvPr>
            <p:ph idx="21" type="subTitle"/>
          </p:nvPr>
        </p:nvSpPr>
        <p:spPr>
          <a:xfrm>
            <a:off x="7760063" y="1093050"/>
            <a:ext cx="1092300" cy="300000"/>
          </a:xfrm>
          <a:prstGeom prst="rect">
            <a:avLst/>
          </a:prstGeom>
        </p:spPr>
        <p:txBody>
          <a:bodyPr anchorCtr="0" anchor="ctr" bIns="0" lIns="72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p38"/>
          <p:cNvSpPr txBox="1"/>
          <p:nvPr>
            <p:ph idx="22" type="title"/>
          </p:nvPr>
        </p:nvSpPr>
        <p:spPr>
          <a:xfrm>
            <a:off x="6664625" y="3120075"/>
            <a:ext cx="548700" cy="34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74" name="Google Shape;774;p38"/>
          <p:cNvSpPr txBox="1"/>
          <p:nvPr>
            <p:ph idx="23" type="title"/>
          </p:nvPr>
        </p:nvSpPr>
        <p:spPr>
          <a:xfrm>
            <a:off x="8113350" y="3495475"/>
            <a:ext cx="548700" cy="34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75" name="Google Shape;775;p38"/>
          <p:cNvSpPr txBox="1"/>
          <p:nvPr>
            <p:ph idx="24" type="title"/>
          </p:nvPr>
        </p:nvSpPr>
        <p:spPr>
          <a:xfrm>
            <a:off x="7981075" y="3870875"/>
            <a:ext cx="548700" cy="34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76" name="Google Shape;776;p38"/>
          <p:cNvSpPr txBox="1"/>
          <p:nvPr>
            <p:ph idx="25" type="title"/>
          </p:nvPr>
        </p:nvSpPr>
        <p:spPr>
          <a:xfrm>
            <a:off x="7767475" y="4246275"/>
            <a:ext cx="548700" cy="34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77" name="Google Shape;777;p38"/>
          <p:cNvSpPr txBox="1"/>
          <p:nvPr>
            <p:ph idx="26" type="title"/>
          </p:nvPr>
        </p:nvSpPr>
        <p:spPr>
          <a:xfrm>
            <a:off x="5013200" y="825325"/>
            <a:ext cx="548700" cy="2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78" name="Google Shape;778;p38"/>
          <p:cNvSpPr txBox="1"/>
          <p:nvPr>
            <p:ph idx="27" type="title"/>
          </p:nvPr>
        </p:nvSpPr>
        <p:spPr>
          <a:xfrm>
            <a:off x="6868000" y="825325"/>
            <a:ext cx="548700" cy="2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79" name="Google Shape;779;p38"/>
          <p:cNvSpPr txBox="1"/>
          <p:nvPr>
            <p:ph idx="28" type="title"/>
          </p:nvPr>
        </p:nvSpPr>
        <p:spPr>
          <a:xfrm>
            <a:off x="5013200" y="2230525"/>
            <a:ext cx="548700" cy="2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80" name="Google Shape;780;p38"/>
          <p:cNvSpPr txBox="1"/>
          <p:nvPr>
            <p:ph idx="29" type="title"/>
          </p:nvPr>
        </p:nvSpPr>
        <p:spPr>
          <a:xfrm>
            <a:off x="6868000" y="2230525"/>
            <a:ext cx="548700" cy="2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5">
  <p:cSld name="CUSTOM_7">
    <p:bg>
      <p:bgPr>
        <a:solidFill>
          <a:schemeClr val="accent4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9"/>
          <p:cNvSpPr/>
          <p:nvPr/>
        </p:nvSpPr>
        <p:spPr>
          <a:xfrm>
            <a:off x="0" y="3871475"/>
            <a:ext cx="9144000" cy="127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A group of people sit side-by-side while working on their laptops. " id="783" name="Google Shape;783;p39"/>
          <p:cNvPicPr preferRelativeResize="0"/>
          <p:nvPr/>
        </p:nvPicPr>
        <p:blipFill rotWithShape="1">
          <a:blip r:embed="rId2">
            <a:alphaModFix amt="30000"/>
          </a:blip>
          <a:srcRect b="24128" l="311" r="1915" t="54025"/>
          <a:stretch/>
        </p:blipFill>
        <p:spPr>
          <a:xfrm>
            <a:off x="-5475" y="3871525"/>
            <a:ext cx="9144003" cy="1271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4" name="Google Shape;784;p39"/>
          <p:cNvCxnSpPr/>
          <p:nvPr/>
        </p:nvCxnSpPr>
        <p:spPr>
          <a:xfrm>
            <a:off x="-7575" y="3977538"/>
            <a:ext cx="9158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5" name="Google Shape;785;p39"/>
          <p:cNvSpPr txBox="1"/>
          <p:nvPr>
            <p:ph idx="1" type="subTitle"/>
          </p:nvPr>
        </p:nvSpPr>
        <p:spPr>
          <a:xfrm>
            <a:off x="475150" y="1858900"/>
            <a:ext cx="9627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86" name="Google Shape;786;p39"/>
          <p:cNvSpPr txBox="1"/>
          <p:nvPr>
            <p:ph idx="2" type="subTitle"/>
          </p:nvPr>
        </p:nvSpPr>
        <p:spPr>
          <a:xfrm>
            <a:off x="475150" y="2494850"/>
            <a:ext cx="9627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87" name="Google Shape;787;p39"/>
          <p:cNvSpPr txBox="1"/>
          <p:nvPr>
            <p:ph idx="3" type="subTitle"/>
          </p:nvPr>
        </p:nvSpPr>
        <p:spPr>
          <a:xfrm>
            <a:off x="475150" y="3130800"/>
            <a:ext cx="9627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88" name="Google Shape;788;p39"/>
          <p:cNvSpPr txBox="1"/>
          <p:nvPr>
            <p:ph idx="4" type="subTitle"/>
          </p:nvPr>
        </p:nvSpPr>
        <p:spPr>
          <a:xfrm>
            <a:off x="1699175" y="1858900"/>
            <a:ext cx="21606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89" name="Google Shape;789;p39"/>
          <p:cNvSpPr txBox="1"/>
          <p:nvPr>
            <p:ph idx="5" type="subTitle"/>
          </p:nvPr>
        </p:nvSpPr>
        <p:spPr>
          <a:xfrm>
            <a:off x="1699175" y="2494850"/>
            <a:ext cx="21606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90" name="Google Shape;790;p39"/>
          <p:cNvSpPr txBox="1"/>
          <p:nvPr>
            <p:ph idx="6" type="subTitle"/>
          </p:nvPr>
        </p:nvSpPr>
        <p:spPr>
          <a:xfrm>
            <a:off x="1699175" y="3130800"/>
            <a:ext cx="21606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91" name="Google Shape;791;p39"/>
          <p:cNvSpPr txBox="1"/>
          <p:nvPr>
            <p:ph idx="7" type="subTitle"/>
          </p:nvPr>
        </p:nvSpPr>
        <p:spPr>
          <a:xfrm>
            <a:off x="4137575" y="1858900"/>
            <a:ext cx="47145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92" name="Google Shape;792;p39"/>
          <p:cNvSpPr txBox="1"/>
          <p:nvPr>
            <p:ph idx="8" type="subTitle"/>
          </p:nvPr>
        </p:nvSpPr>
        <p:spPr>
          <a:xfrm>
            <a:off x="4137575" y="2494850"/>
            <a:ext cx="47145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93" name="Google Shape;793;p39"/>
          <p:cNvSpPr txBox="1"/>
          <p:nvPr>
            <p:ph idx="9" type="subTitle"/>
          </p:nvPr>
        </p:nvSpPr>
        <p:spPr>
          <a:xfrm>
            <a:off x="4137575" y="3130800"/>
            <a:ext cx="47145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94" name="Google Shape;794;p39"/>
          <p:cNvSpPr txBox="1"/>
          <p:nvPr>
            <p:ph type="ctrTitle"/>
          </p:nvPr>
        </p:nvSpPr>
        <p:spPr>
          <a:xfrm>
            <a:off x="375925" y="304725"/>
            <a:ext cx="36225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grpSp>
        <p:nvGrpSpPr>
          <p:cNvPr id="795" name="Google Shape;795;p39"/>
          <p:cNvGrpSpPr/>
          <p:nvPr/>
        </p:nvGrpSpPr>
        <p:grpSpPr>
          <a:xfrm>
            <a:off x="119650" y="-16394"/>
            <a:ext cx="8904707" cy="123007"/>
            <a:chOff x="18101" y="4907950"/>
            <a:chExt cx="8904707" cy="291900"/>
          </a:xfrm>
        </p:grpSpPr>
        <p:sp>
          <p:nvSpPr>
            <p:cNvPr id="796" name="Google Shape;796;p39"/>
            <p:cNvSpPr/>
            <p:nvPr/>
          </p:nvSpPr>
          <p:spPr>
            <a:xfrm rot="-5400000">
              <a:off x="55052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9"/>
            <p:cNvSpPr/>
            <p:nvPr/>
          </p:nvSpPr>
          <p:spPr>
            <a:xfrm rot="-5400000">
              <a:off x="57350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9"/>
            <p:cNvSpPr/>
            <p:nvPr/>
          </p:nvSpPr>
          <p:spPr>
            <a:xfrm rot="-5400000">
              <a:off x="59690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9"/>
            <p:cNvSpPr/>
            <p:nvPr/>
          </p:nvSpPr>
          <p:spPr>
            <a:xfrm rot="-5400000">
              <a:off x="61989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9"/>
            <p:cNvSpPr/>
            <p:nvPr/>
          </p:nvSpPr>
          <p:spPr>
            <a:xfrm rot="-5400000">
              <a:off x="64370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9"/>
            <p:cNvSpPr/>
            <p:nvPr/>
          </p:nvSpPr>
          <p:spPr>
            <a:xfrm rot="-5400000">
              <a:off x="66669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9"/>
            <p:cNvSpPr/>
            <p:nvPr/>
          </p:nvSpPr>
          <p:spPr>
            <a:xfrm rot="-5400000">
              <a:off x="69009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9"/>
            <p:cNvSpPr/>
            <p:nvPr/>
          </p:nvSpPr>
          <p:spPr>
            <a:xfrm rot="-5400000">
              <a:off x="71307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9"/>
            <p:cNvSpPr/>
            <p:nvPr/>
          </p:nvSpPr>
          <p:spPr>
            <a:xfrm rot="-5400000">
              <a:off x="73647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9"/>
            <p:cNvSpPr/>
            <p:nvPr/>
          </p:nvSpPr>
          <p:spPr>
            <a:xfrm rot="-5400000">
              <a:off x="75987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9"/>
            <p:cNvSpPr/>
            <p:nvPr/>
          </p:nvSpPr>
          <p:spPr>
            <a:xfrm rot="-5400000">
              <a:off x="78285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9"/>
            <p:cNvSpPr/>
            <p:nvPr/>
          </p:nvSpPr>
          <p:spPr>
            <a:xfrm rot="-5400000">
              <a:off x="80667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9"/>
            <p:cNvSpPr/>
            <p:nvPr/>
          </p:nvSpPr>
          <p:spPr>
            <a:xfrm rot="-5400000">
              <a:off x="82965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9"/>
            <p:cNvSpPr/>
            <p:nvPr/>
          </p:nvSpPr>
          <p:spPr>
            <a:xfrm rot="-5400000">
              <a:off x="85202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9"/>
            <p:cNvSpPr/>
            <p:nvPr/>
          </p:nvSpPr>
          <p:spPr>
            <a:xfrm rot="-5400000">
              <a:off x="87456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9"/>
            <p:cNvSpPr/>
            <p:nvPr/>
          </p:nvSpPr>
          <p:spPr>
            <a:xfrm rot="-5400000">
              <a:off x="20648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9"/>
            <p:cNvSpPr/>
            <p:nvPr/>
          </p:nvSpPr>
          <p:spPr>
            <a:xfrm rot="-5400000">
              <a:off x="22946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9"/>
            <p:cNvSpPr/>
            <p:nvPr/>
          </p:nvSpPr>
          <p:spPr>
            <a:xfrm rot="-5400000">
              <a:off x="25286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9"/>
            <p:cNvSpPr/>
            <p:nvPr/>
          </p:nvSpPr>
          <p:spPr>
            <a:xfrm rot="-5400000">
              <a:off x="27585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9"/>
            <p:cNvSpPr/>
            <p:nvPr/>
          </p:nvSpPr>
          <p:spPr>
            <a:xfrm rot="-5400000">
              <a:off x="29966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9"/>
            <p:cNvSpPr/>
            <p:nvPr/>
          </p:nvSpPr>
          <p:spPr>
            <a:xfrm rot="-5400000">
              <a:off x="32265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9"/>
            <p:cNvSpPr/>
            <p:nvPr/>
          </p:nvSpPr>
          <p:spPr>
            <a:xfrm rot="-5400000">
              <a:off x="34605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9"/>
            <p:cNvSpPr/>
            <p:nvPr/>
          </p:nvSpPr>
          <p:spPr>
            <a:xfrm rot="-5400000">
              <a:off x="36903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9"/>
            <p:cNvSpPr/>
            <p:nvPr/>
          </p:nvSpPr>
          <p:spPr>
            <a:xfrm rot="-5400000">
              <a:off x="39243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9"/>
            <p:cNvSpPr/>
            <p:nvPr/>
          </p:nvSpPr>
          <p:spPr>
            <a:xfrm rot="-5400000">
              <a:off x="41583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9"/>
            <p:cNvSpPr/>
            <p:nvPr/>
          </p:nvSpPr>
          <p:spPr>
            <a:xfrm rot="-5400000">
              <a:off x="43881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9"/>
            <p:cNvSpPr/>
            <p:nvPr/>
          </p:nvSpPr>
          <p:spPr>
            <a:xfrm rot="-5400000">
              <a:off x="46263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9"/>
            <p:cNvSpPr/>
            <p:nvPr/>
          </p:nvSpPr>
          <p:spPr>
            <a:xfrm rot="-5400000">
              <a:off x="48561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9"/>
            <p:cNvSpPr/>
            <p:nvPr/>
          </p:nvSpPr>
          <p:spPr>
            <a:xfrm rot="-5400000">
              <a:off x="50798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9"/>
            <p:cNvSpPr/>
            <p:nvPr/>
          </p:nvSpPr>
          <p:spPr>
            <a:xfrm rot="-5400000">
              <a:off x="53052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9"/>
            <p:cNvSpPr/>
            <p:nvPr/>
          </p:nvSpPr>
          <p:spPr>
            <a:xfrm rot="-5400000">
              <a:off x="-94849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9"/>
            <p:cNvSpPr/>
            <p:nvPr/>
          </p:nvSpPr>
          <p:spPr>
            <a:xfrm rot="-5400000">
              <a:off x="13497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9"/>
            <p:cNvSpPr/>
            <p:nvPr/>
          </p:nvSpPr>
          <p:spPr>
            <a:xfrm rot="-5400000">
              <a:off x="36899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9"/>
            <p:cNvSpPr/>
            <p:nvPr/>
          </p:nvSpPr>
          <p:spPr>
            <a:xfrm rot="-5400000">
              <a:off x="60299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9"/>
            <p:cNvSpPr/>
            <p:nvPr/>
          </p:nvSpPr>
          <p:spPr>
            <a:xfrm rot="-5400000">
              <a:off x="83281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9"/>
            <p:cNvSpPr/>
            <p:nvPr/>
          </p:nvSpPr>
          <p:spPr>
            <a:xfrm rot="-5400000">
              <a:off x="107098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9"/>
            <p:cNvSpPr/>
            <p:nvPr/>
          </p:nvSpPr>
          <p:spPr>
            <a:xfrm rot="-5400000">
              <a:off x="130080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9"/>
            <p:cNvSpPr/>
            <p:nvPr/>
          </p:nvSpPr>
          <p:spPr>
            <a:xfrm rot="-5400000">
              <a:off x="15244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9"/>
            <p:cNvSpPr/>
            <p:nvPr/>
          </p:nvSpPr>
          <p:spPr>
            <a:xfrm rot="-5400000">
              <a:off x="17499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35" name="Google Shape;835;p39"/>
          <p:cNvCxnSpPr/>
          <p:nvPr/>
        </p:nvCxnSpPr>
        <p:spPr>
          <a:xfrm>
            <a:off x="0" y="88225"/>
            <a:ext cx="915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6" name="Google Shape;83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6">
  <p:cSld name="CUSTOM_6">
    <p:bg>
      <p:bgPr>
        <a:solidFill>
          <a:schemeClr val="accent4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8" name="Google Shape;838;p40"/>
          <p:cNvGrpSpPr/>
          <p:nvPr/>
        </p:nvGrpSpPr>
        <p:grpSpPr>
          <a:xfrm rot="10800000">
            <a:off x="-22000" y="46550"/>
            <a:ext cx="142800" cy="4914850"/>
            <a:chOff x="-30475" y="94400"/>
            <a:chExt cx="142800" cy="4914850"/>
          </a:xfrm>
        </p:grpSpPr>
        <p:sp>
          <p:nvSpPr>
            <p:cNvPr id="839" name="Google Shape;839;p40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0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0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0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0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40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0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40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40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0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40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40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40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0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40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40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40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40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40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40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1" name="Google Shape;861;p40"/>
          <p:cNvCxnSpPr/>
          <p:nvPr/>
        </p:nvCxnSpPr>
        <p:spPr>
          <a:xfrm>
            <a:off x="106425" y="-3175"/>
            <a:ext cx="0" cy="514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wo businessmen shake hand while their colleagues look on. " id="862" name="Google Shape;862;p40"/>
          <p:cNvPicPr preferRelativeResize="0"/>
          <p:nvPr/>
        </p:nvPicPr>
        <p:blipFill rotWithShape="1">
          <a:blip r:embed="rId2">
            <a:alphaModFix/>
          </a:blip>
          <a:srcRect b="19633" l="3775" r="5677" t="53411"/>
          <a:stretch/>
        </p:blipFill>
        <p:spPr>
          <a:xfrm>
            <a:off x="0" y="3326400"/>
            <a:ext cx="9143997" cy="1817098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40"/>
          <p:cNvSpPr txBox="1"/>
          <p:nvPr>
            <p:ph idx="1" type="subTitle"/>
          </p:nvPr>
        </p:nvSpPr>
        <p:spPr>
          <a:xfrm>
            <a:off x="385050" y="2906100"/>
            <a:ext cx="4026900" cy="333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864" name="Google Shape;864;p40"/>
          <p:cNvSpPr txBox="1"/>
          <p:nvPr>
            <p:ph type="ctrTitle"/>
          </p:nvPr>
        </p:nvSpPr>
        <p:spPr>
          <a:xfrm>
            <a:off x="375925" y="304725"/>
            <a:ext cx="50223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865" name="Google Shape;86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7">
  <p:cSld name="CUSTOM_5">
    <p:bg>
      <p:bgPr>
        <a:solidFill>
          <a:schemeClr val="dk1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1"/>
          <p:cNvSpPr txBox="1"/>
          <p:nvPr>
            <p:ph idx="1" type="subTitle"/>
          </p:nvPr>
        </p:nvSpPr>
        <p:spPr>
          <a:xfrm>
            <a:off x="385050" y="2057350"/>
            <a:ext cx="2987100" cy="2682000"/>
          </a:xfrm>
          <a:prstGeom prst="rect">
            <a:avLst/>
          </a:prstGeom>
        </p:spPr>
        <p:txBody>
          <a:bodyPr anchorCtr="0" anchor="b" bIns="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8" name="Google Shape;868;p41"/>
          <p:cNvSpPr txBox="1"/>
          <p:nvPr>
            <p:ph type="ctrTitle"/>
          </p:nvPr>
        </p:nvSpPr>
        <p:spPr>
          <a:xfrm>
            <a:off x="375925" y="304725"/>
            <a:ext cx="36225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869" name="Google Shape;869;p41"/>
          <p:cNvSpPr/>
          <p:nvPr>
            <p:ph idx="2" type="pic"/>
          </p:nvPr>
        </p:nvSpPr>
        <p:spPr>
          <a:xfrm>
            <a:off x="4054400" y="482600"/>
            <a:ext cx="2383200" cy="3109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70" name="Google Shape;870;p41"/>
          <p:cNvSpPr/>
          <p:nvPr>
            <p:ph idx="3" type="pic"/>
          </p:nvPr>
        </p:nvSpPr>
        <p:spPr>
          <a:xfrm>
            <a:off x="6558075" y="482600"/>
            <a:ext cx="2383200" cy="3109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71" name="Google Shape;871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2" name="Google Shape;872;p41"/>
          <p:cNvSpPr txBox="1"/>
          <p:nvPr>
            <p:ph idx="4" type="subTitle"/>
          </p:nvPr>
        </p:nvSpPr>
        <p:spPr>
          <a:xfrm>
            <a:off x="4054400" y="3758225"/>
            <a:ext cx="2383200" cy="1262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3" name="Google Shape;873;p41"/>
          <p:cNvSpPr txBox="1"/>
          <p:nvPr>
            <p:ph idx="5" type="subTitle"/>
          </p:nvPr>
        </p:nvSpPr>
        <p:spPr>
          <a:xfrm>
            <a:off x="6558075" y="3758225"/>
            <a:ext cx="2383200" cy="1262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38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8">
  <p:cSld name="CUSTOM_4_1">
    <p:bg>
      <p:bgPr>
        <a:solidFill>
          <a:schemeClr val="dk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2"/>
          <p:cNvSpPr/>
          <p:nvPr/>
        </p:nvSpPr>
        <p:spPr>
          <a:xfrm>
            <a:off x="7416950" y="-125"/>
            <a:ext cx="154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6" name="Google Shape;876;p42"/>
          <p:cNvGrpSpPr/>
          <p:nvPr/>
        </p:nvGrpSpPr>
        <p:grpSpPr>
          <a:xfrm rot="10800000">
            <a:off x="-31701" y="92000"/>
            <a:ext cx="219426" cy="4914850"/>
            <a:chOff x="-30475" y="94400"/>
            <a:chExt cx="142800" cy="4914850"/>
          </a:xfrm>
        </p:grpSpPr>
        <p:sp>
          <p:nvSpPr>
            <p:cNvPr id="877" name="Google Shape;877;p42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8" name="Google Shape;878;p42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9" name="Google Shape;879;p42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1" name="Google Shape;881;p42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2" name="Google Shape;882;p42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3" name="Google Shape;883;p42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42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5" name="Google Shape;885;p42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6" name="Google Shape;886;p42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7" name="Google Shape;887;p42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8" name="Google Shape;888;p42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9" name="Google Shape;889;p42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0" name="Google Shape;890;p42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3" name="Google Shape;893;p42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99" name="Google Shape;899;p42"/>
          <p:cNvCxnSpPr/>
          <p:nvPr/>
        </p:nvCxnSpPr>
        <p:spPr>
          <a:xfrm>
            <a:off x="164300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0" name="Google Shape;900;p42"/>
          <p:cNvSpPr txBox="1"/>
          <p:nvPr>
            <p:ph idx="1" type="subTitle"/>
          </p:nvPr>
        </p:nvSpPr>
        <p:spPr>
          <a:xfrm>
            <a:off x="385050" y="2285375"/>
            <a:ext cx="2948400" cy="25191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 Light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01" name="Google Shape;901;p42"/>
          <p:cNvSpPr txBox="1"/>
          <p:nvPr>
            <p:ph idx="2" type="subTitle"/>
          </p:nvPr>
        </p:nvSpPr>
        <p:spPr>
          <a:xfrm>
            <a:off x="5305338" y="1146375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2" name="Google Shape;902;p42"/>
          <p:cNvSpPr txBox="1"/>
          <p:nvPr>
            <p:ph idx="3" type="subTitle"/>
          </p:nvPr>
        </p:nvSpPr>
        <p:spPr>
          <a:xfrm>
            <a:off x="5305338" y="1409625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03" name="Google Shape;903;p42"/>
          <p:cNvSpPr txBox="1"/>
          <p:nvPr>
            <p:ph idx="4" type="subTitle"/>
          </p:nvPr>
        </p:nvSpPr>
        <p:spPr>
          <a:xfrm>
            <a:off x="5305338" y="1676900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04" name="Google Shape;904;p42"/>
          <p:cNvSpPr txBox="1"/>
          <p:nvPr>
            <p:ph idx="5" type="subTitle"/>
          </p:nvPr>
        </p:nvSpPr>
        <p:spPr>
          <a:xfrm>
            <a:off x="7236700" y="1144375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5" name="Google Shape;905;p42"/>
          <p:cNvSpPr txBox="1"/>
          <p:nvPr>
            <p:ph idx="6" type="subTitle"/>
          </p:nvPr>
        </p:nvSpPr>
        <p:spPr>
          <a:xfrm>
            <a:off x="7236700" y="1407625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06" name="Google Shape;906;p42"/>
          <p:cNvSpPr txBox="1"/>
          <p:nvPr>
            <p:ph idx="7" type="subTitle"/>
          </p:nvPr>
        </p:nvSpPr>
        <p:spPr>
          <a:xfrm>
            <a:off x="7236700" y="1674900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07" name="Google Shape;907;p42"/>
          <p:cNvSpPr txBox="1"/>
          <p:nvPr>
            <p:ph idx="8" type="subTitle"/>
          </p:nvPr>
        </p:nvSpPr>
        <p:spPr>
          <a:xfrm>
            <a:off x="5305338" y="2275450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8" name="Google Shape;908;p42"/>
          <p:cNvSpPr txBox="1"/>
          <p:nvPr>
            <p:ph idx="9" type="subTitle"/>
          </p:nvPr>
        </p:nvSpPr>
        <p:spPr>
          <a:xfrm>
            <a:off x="5305338" y="2614900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09" name="Google Shape;909;p42"/>
          <p:cNvSpPr txBox="1"/>
          <p:nvPr>
            <p:ph idx="13" type="subTitle"/>
          </p:nvPr>
        </p:nvSpPr>
        <p:spPr>
          <a:xfrm>
            <a:off x="5305338" y="3034575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10" name="Google Shape;910;p42"/>
          <p:cNvSpPr txBox="1"/>
          <p:nvPr>
            <p:ph idx="14" type="subTitle"/>
          </p:nvPr>
        </p:nvSpPr>
        <p:spPr>
          <a:xfrm>
            <a:off x="7236700" y="2273450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1" name="Google Shape;911;p42"/>
          <p:cNvSpPr txBox="1"/>
          <p:nvPr>
            <p:ph idx="15" type="subTitle"/>
          </p:nvPr>
        </p:nvSpPr>
        <p:spPr>
          <a:xfrm>
            <a:off x="7236700" y="2612900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12" name="Google Shape;912;p42"/>
          <p:cNvSpPr txBox="1"/>
          <p:nvPr>
            <p:ph idx="16" type="subTitle"/>
          </p:nvPr>
        </p:nvSpPr>
        <p:spPr>
          <a:xfrm>
            <a:off x="7236700" y="3032575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13" name="Google Shape;913;p42"/>
          <p:cNvSpPr txBox="1"/>
          <p:nvPr>
            <p:ph idx="17" type="subTitle"/>
          </p:nvPr>
        </p:nvSpPr>
        <p:spPr>
          <a:xfrm>
            <a:off x="5305338" y="4310313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14" name="Google Shape;914;p42"/>
          <p:cNvSpPr txBox="1"/>
          <p:nvPr>
            <p:ph idx="18" type="subTitle"/>
          </p:nvPr>
        </p:nvSpPr>
        <p:spPr>
          <a:xfrm>
            <a:off x="7236700" y="4308313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15" name="Google Shape;915;p42"/>
          <p:cNvSpPr txBox="1"/>
          <p:nvPr>
            <p:ph idx="19" type="subTitle"/>
          </p:nvPr>
        </p:nvSpPr>
        <p:spPr>
          <a:xfrm>
            <a:off x="5305338" y="3618488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16" name="Google Shape;916;p42"/>
          <p:cNvSpPr txBox="1"/>
          <p:nvPr>
            <p:ph idx="20" type="subTitle"/>
          </p:nvPr>
        </p:nvSpPr>
        <p:spPr>
          <a:xfrm>
            <a:off x="7236700" y="3616488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17" name="Google Shape;917;p42"/>
          <p:cNvSpPr txBox="1"/>
          <p:nvPr>
            <p:ph type="ctrTitle"/>
          </p:nvPr>
        </p:nvSpPr>
        <p:spPr>
          <a:xfrm>
            <a:off x="375925" y="304725"/>
            <a:ext cx="3622500" cy="30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918" name="Google Shape;918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9">
  <p:cSld name="CUSTOM_2_1">
    <p:bg>
      <p:bgPr>
        <a:solidFill>
          <a:schemeClr val="accent4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0" name="Google Shape;920;p43"/>
          <p:cNvCxnSpPr/>
          <p:nvPr/>
        </p:nvCxnSpPr>
        <p:spPr>
          <a:xfrm>
            <a:off x="943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43"/>
          <p:cNvCxnSpPr/>
          <p:nvPr/>
        </p:nvCxnSpPr>
        <p:spPr>
          <a:xfrm>
            <a:off x="1476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2" name="Google Shape;922;p43"/>
          <p:cNvSpPr txBox="1"/>
          <p:nvPr>
            <p:ph idx="1" type="subTitle"/>
          </p:nvPr>
        </p:nvSpPr>
        <p:spPr>
          <a:xfrm>
            <a:off x="3242825" y="1447075"/>
            <a:ext cx="3939900" cy="1133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9pPr>
          </a:lstStyle>
          <a:p/>
        </p:txBody>
      </p:sp>
      <p:sp>
        <p:nvSpPr>
          <p:cNvPr id="923" name="Google Shape;923;p43"/>
          <p:cNvSpPr txBox="1"/>
          <p:nvPr>
            <p:ph idx="2" type="subTitle"/>
          </p:nvPr>
        </p:nvSpPr>
        <p:spPr>
          <a:xfrm>
            <a:off x="3242825" y="2580775"/>
            <a:ext cx="3939900" cy="110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9pPr>
          </a:lstStyle>
          <a:p/>
        </p:txBody>
      </p:sp>
      <p:sp>
        <p:nvSpPr>
          <p:cNvPr id="924" name="Google Shape;924;p43"/>
          <p:cNvSpPr txBox="1"/>
          <p:nvPr>
            <p:ph idx="3" type="subTitle"/>
          </p:nvPr>
        </p:nvSpPr>
        <p:spPr>
          <a:xfrm>
            <a:off x="3242825" y="3687775"/>
            <a:ext cx="3939900" cy="110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9pPr>
          </a:lstStyle>
          <a:p/>
        </p:txBody>
      </p:sp>
      <p:sp>
        <p:nvSpPr>
          <p:cNvPr id="925" name="Google Shape;925;p43"/>
          <p:cNvSpPr txBox="1"/>
          <p:nvPr>
            <p:ph idx="4" type="subTitle"/>
          </p:nvPr>
        </p:nvSpPr>
        <p:spPr>
          <a:xfrm>
            <a:off x="458150" y="1509475"/>
            <a:ext cx="2077500" cy="1133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9pPr>
          </a:lstStyle>
          <a:p/>
        </p:txBody>
      </p:sp>
      <p:sp>
        <p:nvSpPr>
          <p:cNvPr id="926" name="Google Shape;926;p43"/>
          <p:cNvSpPr txBox="1"/>
          <p:nvPr>
            <p:ph idx="5" type="subTitle"/>
          </p:nvPr>
        </p:nvSpPr>
        <p:spPr>
          <a:xfrm>
            <a:off x="458150" y="2643175"/>
            <a:ext cx="2077500" cy="110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9pPr>
          </a:lstStyle>
          <a:p/>
        </p:txBody>
      </p:sp>
      <p:sp>
        <p:nvSpPr>
          <p:cNvPr id="927" name="Google Shape;927;p43"/>
          <p:cNvSpPr txBox="1"/>
          <p:nvPr>
            <p:ph idx="6" type="subTitle"/>
          </p:nvPr>
        </p:nvSpPr>
        <p:spPr>
          <a:xfrm>
            <a:off x="458150" y="3750175"/>
            <a:ext cx="2077500" cy="110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9pPr>
          </a:lstStyle>
          <a:p/>
        </p:txBody>
      </p:sp>
      <p:sp>
        <p:nvSpPr>
          <p:cNvPr id="928" name="Google Shape;928;p43"/>
          <p:cNvSpPr txBox="1"/>
          <p:nvPr>
            <p:ph type="ctrTitle"/>
          </p:nvPr>
        </p:nvSpPr>
        <p:spPr>
          <a:xfrm>
            <a:off x="458150" y="194250"/>
            <a:ext cx="60111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929" name="Google Shape;929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0">
  <p:cSld name="CUSTOM_23_1_1">
    <p:bg>
      <p:bgPr>
        <a:solidFill>
          <a:schemeClr val="dk1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1" name="Google Shape;931;p44"/>
          <p:cNvCxnSpPr/>
          <p:nvPr/>
        </p:nvCxnSpPr>
        <p:spPr>
          <a:xfrm>
            <a:off x="9038175" y="-105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32" name="Google Shape;932;p44"/>
          <p:cNvGrpSpPr/>
          <p:nvPr/>
        </p:nvGrpSpPr>
        <p:grpSpPr>
          <a:xfrm rot="10800000">
            <a:off x="4653775" y="91898"/>
            <a:ext cx="142800" cy="4753151"/>
            <a:chOff x="-30475" y="94400"/>
            <a:chExt cx="142800" cy="4914850"/>
          </a:xfrm>
        </p:grpSpPr>
        <p:sp>
          <p:nvSpPr>
            <p:cNvPr id="933" name="Google Shape;933;p44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4" name="Google Shape;934;p44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44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6" name="Google Shape;936;p44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7" name="Google Shape;937;p44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8" name="Google Shape;938;p44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9" name="Google Shape;939;p44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0" name="Google Shape;940;p44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1" name="Google Shape;941;p44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2" name="Google Shape;942;p44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3" name="Google Shape;943;p44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4" name="Google Shape;944;p44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5" name="Google Shape;945;p44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6" name="Google Shape;946;p44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7" name="Google Shape;947;p44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8" name="Google Shape;948;p44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9" name="Google Shape;949;p44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0" name="Google Shape;950;p44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44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2" name="Google Shape;952;p44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3" name="Google Shape;953;p44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44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55" name="Google Shape;955;p44"/>
          <p:cNvCxnSpPr/>
          <p:nvPr/>
        </p:nvCxnSpPr>
        <p:spPr>
          <a:xfrm>
            <a:off x="4782200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6" name="Google Shape;956;p44"/>
          <p:cNvSpPr/>
          <p:nvPr/>
        </p:nvSpPr>
        <p:spPr>
          <a:xfrm rot="10800000">
            <a:off x="4654670" y="5035574"/>
            <a:ext cx="141000" cy="603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44"/>
          <p:cNvSpPr txBox="1"/>
          <p:nvPr>
            <p:ph type="ctrTitle"/>
          </p:nvPr>
        </p:nvSpPr>
        <p:spPr>
          <a:xfrm>
            <a:off x="5067950" y="393750"/>
            <a:ext cx="3823800" cy="167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lexandria Black"/>
              <a:buNone/>
              <a:defRPr sz="5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8" name="Google Shape;958;p44"/>
          <p:cNvSpPr txBox="1"/>
          <p:nvPr/>
        </p:nvSpPr>
        <p:spPr>
          <a:xfrm>
            <a:off x="7510550" y="2904500"/>
            <a:ext cx="2045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9" name="Google Shape;959;p44"/>
          <p:cNvSpPr txBox="1"/>
          <p:nvPr>
            <p:ph idx="1" type="subTitle"/>
          </p:nvPr>
        </p:nvSpPr>
        <p:spPr>
          <a:xfrm>
            <a:off x="5069768" y="3039725"/>
            <a:ext cx="875100" cy="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0" name="Google Shape;960;p44"/>
          <p:cNvSpPr txBox="1"/>
          <p:nvPr>
            <p:ph idx="2" type="subTitle"/>
          </p:nvPr>
        </p:nvSpPr>
        <p:spPr>
          <a:xfrm>
            <a:off x="5069768" y="3734100"/>
            <a:ext cx="875100" cy="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1" name="Google Shape;961;p44"/>
          <p:cNvSpPr txBox="1"/>
          <p:nvPr>
            <p:ph idx="3" type="subTitle"/>
          </p:nvPr>
        </p:nvSpPr>
        <p:spPr>
          <a:xfrm>
            <a:off x="5069768" y="4428475"/>
            <a:ext cx="875100" cy="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2" name="Google Shape;962;p44"/>
          <p:cNvSpPr txBox="1"/>
          <p:nvPr>
            <p:ph idx="4" type="subTitle"/>
          </p:nvPr>
        </p:nvSpPr>
        <p:spPr>
          <a:xfrm>
            <a:off x="6011425" y="3101375"/>
            <a:ext cx="19794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3" name="Google Shape;963;p44"/>
          <p:cNvSpPr txBox="1"/>
          <p:nvPr>
            <p:ph idx="5" type="subTitle"/>
          </p:nvPr>
        </p:nvSpPr>
        <p:spPr>
          <a:xfrm>
            <a:off x="6045900" y="3795750"/>
            <a:ext cx="19794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4" name="Google Shape;964;p44"/>
          <p:cNvSpPr txBox="1"/>
          <p:nvPr>
            <p:ph idx="6" type="subTitle"/>
          </p:nvPr>
        </p:nvSpPr>
        <p:spPr>
          <a:xfrm>
            <a:off x="6045900" y="4490125"/>
            <a:ext cx="19794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5" name="Google Shape;965;p44"/>
          <p:cNvSpPr/>
          <p:nvPr>
            <p:ph idx="7" type="pic"/>
          </p:nvPr>
        </p:nvSpPr>
        <p:spPr>
          <a:xfrm>
            <a:off x="0" y="50"/>
            <a:ext cx="4677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6" name="Google Shape;966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5 black">
  <p:cSld name="CUSTOM_27_1">
    <p:bg>
      <p:bgPr>
        <a:solidFill>
          <a:schemeClr val="dk1"/>
        </a:solidFill>
      </p:bgPr>
    </p:bg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45"/>
          <p:cNvSpPr txBox="1"/>
          <p:nvPr>
            <p:ph idx="1" type="subTitle"/>
          </p:nvPr>
        </p:nvSpPr>
        <p:spPr>
          <a:xfrm>
            <a:off x="474950" y="337950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0" name="Google Shape;970;p45"/>
          <p:cNvSpPr txBox="1"/>
          <p:nvPr>
            <p:ph idx="2" type="subTitle"/>
          </p:nvPr>
        </p:nvSpPr>
        <p:spPr>
          <a:xfrm>
            <a:off x="6456875" y="337950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1" name="Google Shape;971;p45"/>
          <p:cNvSpPr txBox="1"/>
          <p:nvPr>
            <p:ph type="ctrTitle"/>
          </p:nvPr>
        </p:nvSpPr>
        <p:spPr>
          <a:xfrm>
            <a:off x="403275" y="1527200"/>
            <a:ext cx="6930000" cy="17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lexandria Black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2" name="Google Shape;972;p45"/>
          <p:cNvSpPr txBox="1"/>
          <p:nvPr>
            <p:ph idx="3" type="subTitle"/>
          </p:nvPr>
        </p:nvSpPr>
        <p:spPr>
          <a:xfrm>
            <a:off x="474950" y="3286875"/>
            <a:ext cx="3466800" cy="10527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3" name="Google Shape;973;p45"/>
          <p:cNvSpPr txBox="1"/>
          <p:nvPr>
            <p:ph idx="4" type="subTitle"/>
          </p:nvPr>
        </p:nvSpPr>
        <p:spPr>
          <a:xfrm>
            <a:off x="474950" y="4394350"/>
            <a:ext cx="3466800" cy="6174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974" name="Google Shape;974;p45"/>
          <p:cNvGrpSpPr/>
          <p:nvPr/>
        </p:nvGrpSpPr>
        <p:grpSpPr>
          <a:xfrm rot="10800000">
            <a:off x="-19325" y="91898"/>
            <a:ext cx="142800" cy="4753151"/>
            <a:chOff x="-30475" y="94400"/>
            <a:chExt cx="142800" cy="4914850"/>
          </a:xfrm>
        </p:grpSpPr>
        <p:sp>
          <p:nvSpPr>
            <p:cNvPr id="975" name="Google Shape;975;p45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6" name="Google Shape;976;p45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7" name="Google Shape;977;p45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8" name="Google Shape;978;p45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9" name="Google Shape;979;p45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0" name="Google Shape;980;p45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1" name="Google Shape;981;p45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2" name="Google Shape;982;p45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3" name="Google Shape;983;p45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4" name="Google Shape;984;p45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5" name="Google Shape;985;p45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6" name="Google Shape;986;p45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7" name="Google Shape;987;p45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8" name="Google Shape;988;p45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45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45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1" name="Google Shape;991;p45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2" name="Google Shape;992;p45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3" name="Google Shape;993;p45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4" name="Google Shape;994;p45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5" name="Google Shape;995;p45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6" name="Google Shape;996;p45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97" name="Google Shape;997;p45"/>
          <p:cNvCxnSpPr/>
          <p:nvPr/>
        </p:nvCxnSpPr>
        <p:spPr>
          <a:xfrm>
            <a:off x="103600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8" name="Google Shape;998;p45"/>
          <p:cNvSpPr/>
          <p:nvPr/>
        </p:nvSpPr>
        <p:spPr>
          <a:xfrm rot="10800000">
            <a:off x="-18405" y="5013349"/>
            <a:ext cx="141000" cy="603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01" name="Google Shape;100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6" name="Google Shape;100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9" name="Google Shape;100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0" name="Google Shape;101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5" name="Google Shape;101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20" name="Google Shape;102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1" name="Google Shape;102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6" name="Google Shape;102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0" name="Google Shape;103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1" name="Google Shape;103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2" name="Google Shape;103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3" name="Google Shape;103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4" name="Google Shape;103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5" name="Google Shape;103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8" name="Google Shape;103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9" name="Google Shape;103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2" name="Google Shape;104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3" name="Google Shape;104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4" name="Google Shape;104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5" name="Google Shape;104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8" name="Google Shape;104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9" name="Google Shape;104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0" name="Google Shape;105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" name="Google Shape;105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2" name="Google Shape;105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3" name="Google Shape;105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6" name="Google Shape;105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7" name="Google Shape;105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8" name="Google Shape;105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9" name="Google Shape;105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0" name="Google Shape;106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1" name="Google Shape;106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2" name="Google Shape;106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3" name="Google Shape;106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6" name="Google Shape;106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9" name="Google Shape;106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70" name="Google Shape;107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71" name="Google Shape;107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2" name="Google Shape;107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3" name="Google Shape;107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74" name="Google Shape;107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7" name="Google Shape;107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8" name="Google Shape;107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9" name="Google Shape;107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0" name="Google Shape;108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1" name="Google Shape;108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2" name="Google Shape;108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4" name="Google Shape;108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5" name="Google Shape;108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0" name="Google Shape;109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1" name="Google Shape;109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2" name="Google Shape;109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3" name="Google Shape;109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4" name="Google Shape;109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5" name="Google Shape;109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6" name="Google Shape;109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7" name="Google Shape;109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8" name="Google Shape;109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Black"/>
              <a:buNone/>
              <a:defRPr sz="2800">
                <a:solidFill>
                  <a:schemeClr val="dk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906500"/>
            <a:ext cx="8520600" cy="24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67"/>
          <p:cNvSpPr/>
          <p:nvPr/>
        </p:nvSpPr>
        <p:spPr>
          <a:xfrm flipH="1">
            <a:off x="0" y="0"/>
            <a:ext cx="9144000" cy="1954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67"/>
          <p:cNvSpPr txBox="1"/>
          <p:nvPr>
            <p:ph type="ctrTitle"/>
          </p:nvPr>
        </p:nvSpPr>
        <p:spPr>
          <a:xfrm>
            <a:off x="331225" y="2071100"/>
            <a:ext cx="69300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500"/>
              <a:t>CSCI 440 Project</a:t>
            </a:r>
            <a:endParaRPr sz="5500"/>
          </a:p>
        </p:txBody>
      </p:sp>
      <p:sp>
        <p:nvSpPr>
          <p:cNvPr id="1105" name="Google Shape;1105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6" name="Google Shape;1106;p67"/>
          <p:cNvSpPr txBox="1"/>
          <p:nvPr>
            <p:ph idx="4294967295" type="subTitle"/>
          </p:nvPr>
        </p:nvSpPr>
        <p:spPr>
          <a:xfrm>
            <a:off x="331225" y="4190725"/>
            <a:ext cx="296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>
                <a:solidFill>
                  <a:schemeClr val="lt1"/>
                </a:solidFill>
              </a:rPr>
              <a:t>BY: Lakota Dolce</a:t>
            </a:r>
            <a:br>
              <a:rPr lang="en" sz="2200">
                <a:solidFill>
                  <a:schemeClr val="lt1"/>
                </a:solidFill>
              </a:rPr>
            </a:br>
            <a:r>
              <a:rPr lang="en" sz="2200">
                <a:solidFill>
                  <a:schemeClr val="lt1"/>
                </a:solidFill>
              </a:rPr>
              <a:t>Student ID: 03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Nunito Sans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cxnSp>
        <p:nvCxnSpPr>
          <p:cNvPr id="1107" name="Google Shape;1107;p67"/>
          <p:cNvCxnSpPr/>
          <p:nvPr/>
        </p:nvCxnSpPr>
        <p:spPr>
          <a:xfrm rot="10800000">
            <a:off x="130775" y="-7450"/>
            <a:ext cx="1500" cy="1992600"/>
          </a:xfrm>
          <a:prstGeom prst="straightConnector1">
            <a:avLst/>
          </a:prstGeom>
          <a:noFill/>
          <a:ln cap="flat" cmpd="sng" w="9525">
            <a:solidFill>
              <a:srgbClr val="16161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67"/>
          <p:cNvCxnSpPr/>
          <p:nvPr/>
        </p:nvCxnSpPr>
        <p:spPr>
          <a:xfrm rot="10800000">
            <a:off x="66700" y="-7425"/>
            <a:ext cx="1500" cy="1982700"/>
          </a:xfrm>
          <a:prstGeom prst="straightConnector1">
            <a:avLst/>
          </a:prstGeom>
          <a:noFill/>
          <a:ln cap="flat" cmpd="sng" w="9525">
            <a:solidFill>
              <a:srgbClr val="16161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68"/>
          <p:cNvSpPr txBox="1"/>
          <p:nvPr>
            <p:ph type="title"/>
          </p:nvPr>
        </p:nvSpPr>
        <p:spPr>
          <a:xfrm>
            <a:off x="3308475" y="1482000"/>
            <a:ext cx="5700000" cy="20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My plan is to take a piece of paper and animate a fold up sequence and then to have the plane fly around a room, landing back on the desk.</a:t>
            </a:r>
            <a:endParaRPr/>
          </a:p>
        </p:txBody>
      </p:sp>
      <p:sp>
        <p:nvSpPr>
          <p:cNvPr id="1114" name="Google Shape;1114;p68"/>
          <p:cNvSpPr txBox="1"/>
          <p:nvPr>
            <p:ph idx="2" type="title"/>
          </p:nvPr>
        </p:nvSpPr>
        <p:spPr>
          <a:xfrm>
            <a:off x="3308475" y="245450"/>
            <a:ext cx="38238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500"/>
              <a:t>My Story</a:t>
            </a:r>
            <a:endParaRPr b="1" sz="5500"/>
          </a:p>
        </p:txBody>
      </p:sp>
      <p:sp>
        <p:nvSpPr>
          <p:cNvPr id="1115" name="Google Shape;1115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116" name="Google Shape;1116;p68"/>
          <p:cNvSpPr/>
          <p:nvPr/>
        </p:nvSpPr>
        <p:spPr>
          <a:xfrm>
            <a:off x="-41175" y="0"/>
            <a:ext cx="29544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7" name="Google Shape;111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175" y="30500"/>
            <a:ext cx="2954400" cy="281682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8" name="Google Shape;1118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1175" y="2847325"/>
            <a:ext cx="2954400" cy="217727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69"/>
          <p:cNvSpPr/>
          <p:nvPr/>
        </p:nvSpPr>
        <p:spPr>
          <a:xfrm>
            <a:off x="-29075" y="2310225"/>
            <a:ext cx="9186600" cy="291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4" name="Google Shape;1124;p69"/>
          <p:cNvCxnSpPr/>
          <p:nvPr/>
        </p:nvCxnSpPr>
        <p:spPr>
          <a:xfrm rot="10800000">
            <a:off x="-10910" y="4389900"/>
            <a:ext cx="9165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p69"/>
          <p:cNvCxnSpPr/>
          <p:nvPr/>
        </p:nvCxnSpPr>
        <p:spPr>
          <a:xfrm rot="10800000">
            <a:off x="-13362" y="4053975"/>
            <a:ext cx="9168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6" name="Google Shape;1126;p69"/>
          <p:cNvCxnSpPr/>
          <p:nvPr/>
        </p:nvCxnSpPr>
        <p:spPr>
          <a:xfrm rot="10800000">
            <a:off x="-13337" y="3722325"/>
            <a:ext cx="9170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7" name="Google Shape;1127;p69"/>
          <p:cNvCxnSpPr/>
          <p:nvPr/>
        </p:nvCxnSpPr>
        <p:spPr>
          <a:xfrm rot="10800000">
            <a:off x="-7787" y="4715000"/>
            <a:ext cx="9165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8" name="Google Shape;1128;p69"/>
          <p:cNvSpPr txBox="1"/>
          <p:nvPr>
            <p:ph type="title"/>
          </p:nvPr>
        </p:nvSpPr>
        <p:spPr>
          <a:xfrm>
            <a:off x="427100" y="916525"/>
            <a:ext cx="8156700" cy="5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Course of Action</a:t>
            </a:r>
            <a:endParaRPr/>
          </a:p>
        </p:txBody>
      </p:sp>
      <p:sp>
        <p:nvSpPr>
          <p:cNvPr id="1129" name="Google Shape;1129;p69"/>
          <p:cNvSpPr txBox="1"/>
          <p:nvPr>
            <p:ph idx="1" type="subTitle"/>
          </p:nvPr>
        </p:nvSpPr>
        <p:spPr>
          <a:xfrm>
            <a:off x="4445163" y="3632414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 sz="1500"/>
              <a:t>Shapes and basic animations</a:t>
            </a:r>
            <a:endParaRPr sz="1500"/>
          </a:p>
        </p:txBody>
      </p:sp>
      <p:sp>
        <p:nvSpPr>
          <p:cNvPr id="1130" name="Google Shape;1130;p69"/>
          <p:cNvSpPr txBox="1"/>
          <p:nvPr>
            <p:ph idx="2" type="subTitle"/>
          </p:nvPr>
        </p:nvSpPr>
        <p:spPr>
          <a:xfrm>
            <a:off x="4445163" y="3966003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 sz="1500"/>
              <a:t>Finishing animations and put together</a:t>
            </a:r>
            <a:endParaRPr sz="1500"/>
          </a:p>
        </p:txBody>
      </p:sp>
      <p:sp>
        <p:nvSpPr>
          <p:cNvPr id="1131" name="Google Shape;1131;p69"/>
          <p:cNvSpPr txBox="1"/>
          <p:nvPr>
            <p:ph idx="3" type="subTitle"/>
          </p:nvPr>
        </p:nvSpPr>
        <p:spPr>
          <a:xfrm>
            <a:off x="4445163" y="4297154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 sz="1500"/>
              <a:t>Finishing touches and clean up</a:t>
            </a:r>
            <a:endParaRPr sz="1500"/>
          </a:p>
        </p:txBody>
      </p:sp>
      <p:sp>
        <p:nvSpPr>
          <p:cNvPr id="1132" name="Google Shape;1132;p69"/>
          <p:cNvSpPr txBox="1"/>
          <p:nvPr>
            <p:ph idx="4" type="subTitle"/>
          </p:nvPr>
        </p:nvSpPr>
        <p:spPr>
          <a:xfrm>
            <a:off x="4445163" y="3304475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 sz="1500"/>
              <a:t>Concepts and Initial Ideas</a:t>
            </a:r>
            <a:endParaRPr sz="1500"/>
          </a:p>
        </p:txBody>
      </p:sp>
      <p:sp>
        <p:nvSpPr>
          <p:cNvPr id="1133" name="Google Shape;1133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4" name="Google Shape;1134;p69"/>
          <p:cNvSpPr txBox="1"/>
          <p:nvPr>
            <p:ph idx="13" type="title"/>
          </p:nvPr>
        </p:nvSpPr>
        <p:spPr>
          <a:xfrm>
            <a:off x="476663" y="3448724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135" name="Google Shape;1135;p69"/>
          <p:cNvSpPr txBox="1"/>
          <p:nvPr>
            <p:ph idx="14" type="title"/>
          </p:nvPr>
        </p:nvSpPr>
        <p:spPr>
          <a:xfrm>
            <a:off x="476663" y="3782774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136" name="Google Shape;1136;p69"/>
          <p:cNvSpPr txBox="1"/>
          <p:nvPr>
            <p:ph idx="15" type="title"/>
          </p:nvPr>
        </p:nvSpPr>
        <p:spPr>
          <a:xfrm>
            <a:off x="482938" y="4110124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37" name="Google Shape;1137;p69"/>
          <p:cNvSpPr txBox="1"/>
          <p:nvPr>
            <p:ph idx="16" type="title"/>
          </p:nvPr>
        </p:nvSpPr>
        <p:spPr>
          <a:xfrm>
            <a:off x="482938" y="4442774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0"/>
          <p:cNvSpPr txBox="1"/>
          <p:nvPr>
            <p:ph type="ctrTitle"/>
          </p:nvPr>
        </p:nvSpPr>
        <p:spPr>
          <a:xfrm>
            <a:off x="5067950" y="414725"/>
            <a:ext cx="38238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/>
              <a:t>Where I am at</a:t>
            </a:r>
            <a:endParaRPr/>
          </a:p>
        </p:txBody>
      </p:sp>
      <p:sp>
        <p:nvSpPr>
          <p:cNvPr id="1143" name="Google Shape;1143;p70"/>
          <p:cNvSpPr txBox="1"/>
          <p:nvPr>
            <p:ph idx="4" type="subTitle"/>
          </p:nvPr>
        </p:nvSpPr>
        <p:spPr>
          <a:xfrm>
            <a:off x="5067950" y="2003525"/>
            <a:ext cx="3783000" cy="29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As of now I have the scene rendered out and I have the paper plane folding sequence. Next I have to work on the plane flying around the room as well as some tweaks on the geometry of objects and lighting.</a:t>
            </a:r>
            <a:endParaRPr sz="1500"/>
          </a:p>
        </p:txBody>
      </p:sp>
      <p:sp>
        <p:nvSpPr>
          <p:cNvPr id="1144" name="Google Shape;1144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5" name="Google Shape;114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8650"/>
            <a:ext cx="4763150" cy="2646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71"/>
          <p:cNvSpPr txBox="1"/>
          <p:nvPr>
            <p:ph type="ctrTitle"/>
          </p:nvPr>
        </p:nvSpPr>
        <p:spPr>
          <a:xfrm>
            <a:off x="5067950" y="414725"/>
            <a:ext cx="38238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/>
              <a:t>AI	</a:t>
            </a:r>
            <a:endParaRPr/>
          </a:p>
        </p:txBody>
      </p:sp>
      <p:sp>
        <p:nvSpPr>
          <p:cNvPr id="1151" name="Google Shape;1151;p71"/>
          <p:cNvSpPr txBox="1"/>
          <p:nvPr>
            <p:ph idx="4" type="subTitle"/>
          </p:nvPr>
        </p:nvSpPr>
        <p:spPr>
          <a:xfrm>
            <a:off x="5067950" y="2003525"/>
            <a:ext cx="3783000" cy="29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For the AI I have it doing a lot of the geometry, and repetitive tasks such as making all the books on the book shelf or moving all of the legs on the desk to match the desk. I also had it help me develop the folding animation so that it would work correctly. Although it still needs some tweaks.</a:t>
            </a:r>
            <a:endParaRPr sz="1500"/>
          </a:p>
        </p:txBody>
      </p:sp>
      <p:sp>
        <p:nvSpPr>
          <p:cNvPr id="1152" name="Google Shape;1152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3" name="Google Shape;115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8650"/>
            <a:ext cx="4763150" cy="2646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9" name="Google Shape;1159;p72"/>
          <p:cNvSpPr txBox="1"/>
          <p:nvPr>
            <p:ph type="ctrTitle"/>
          </p:nvPr>
        </p:nvSpPr>
        <p:spPr>
          <a:xfrm>
            <a:off x="403275" y="1527200"/>
            <a:ext cx="6930000" cy="17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/>
              <a:t>THANK </a:t>
            </a:r>
            <a:endParaRPr/>
          </a:p>
          <a:p>
            <a:pPr indent="0" lvl="0" marL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/>
              <a:t>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nochrome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EFEFEF"/>
      </a:lt2>
      <a:accent1>
        <a:srgbClr val="2F2F2F"/>
      </a:accent1>
      <a:accent2>
        <a:srgbClr val="666666"/>
      </a:accent2>
      <a:accent3>
        <a:srgbClr val="999999"/>
      </a:accent3>
      <a:accent4>
        <a:srgbClr val="EDEDED"/>
      </a:accent4>
      <a:accent5>
        <a:srgbClr val="B7B7B7"/>
      </a:accent5>
      <a:accent6>
        <a:srgbClr val="1A1A1A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